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147473017" r:id="rId2"/>
    <p:sldId id="2147473018" r:id="rId3"/>
    <p:sldId id="258" r:id="rId4"/>
    <p:sldId id="2147473019" r:id="rId5"/>
    <p:sldId id="2147473020" r:id="rId6"/>
    <p:sldId id="2147473129" r:id="rId7"/>
    <p:sldId id="285" r:id="rId8"/>
    <p:sldId id="2147473130" r:id="rId9"/>
    <p:sldId id="306" r:id="rId10"/>
    <p:sldId id="286" r:id="rId11"/>
    <p:sldId id="288" r:id="rId12"/>
    <p:sldId id="262" r:id="rId13"/>
    <p:sldId id="263" r:id="rId14"/>
    <p:sldId id="264" r:id="rId15"/>
    <p:sldId id="2147479267" r:id="rId16"/>
    <p:sldId id="289" r:id="rId17"/>
    <p:sldId id="267" r:id="rId18"/>
    <p:sldId id="292" r:id="rId19"/>
    <p:sldId id="293" r:id="rId20"/>
    <p:sldId id="294" r:id="rId21"/>
    <p:sldId id="295" r:id="rId22"/>
    <p:sldId id="296" r:id="rId23"/>
    <p:sldId id="2147479264" r:id="rId24"/>
    <p:sldId id="297" r:id="rId25"/>
    <p:sldId id="275" r:id="rId26"/>
    <p:sldId id="276" r:id="rId27"/>
    <p:sldId id="299" r:id="rId28"/>
    <p:sldId id="279" r:id="rId29"/>
    <p:sldId id="300" r:id="rId30"/>
    <p:sldId id="281" r:id="rId31"/>
    <p:sldId id="301" r:id="rId32"/>
    <p:sldId id="2147473131" r:id="rId33"/>
    <p:sldId id="303" r:id="rId34"/>
    <p:sldId id="282" r:id="rId35"/>
    <p:sldId id="2147473132" r:id="rId36"/>
    <p:sldId id="2147479265" r:id="rId37"/>
    <p:sldId id="2147473133" r:id="rId38"/>
    <p:sldId id="2147473134" r:id="rId39"/>
    <p:sldId id="2147473135" r:id="rId40"/>
    <p:sldId id="2147473136" r:id="rId41"/>
    <p:sldId id="2147473137" r:id="rId42"/>
    <p:sldId id="2147473138" r:id="rId43"/>
    <p:sldId id="2147473139" r:id="rId44"/>
    <p:sldId id="2147473141" r:id="rId45"/>
    <p:sldId id="2147473142" r:id="rId46"/>
    <p:sldId id="2147479266" r:id="rId47"/>
    <p:sldId id="2147479261" r:id="rId48"/>
    <p:sldId id="2147479268" r:id="rId49"/>
    <p:sldId id="260" r:id="rId50"/>
    <p:sldId id="2147479278" r:id="rId51"/>
    <p:sldId id="2147479281" r:id="rId52"/>
    <p:sldId id="2147479282" r:id="rId53"/>
    <p:sldId id="2147479270" r:id="rId54"/>
    <p:sldId id="2147479271" r:id="rId55"/>
    <p:sldId id="265" r:id="rId56"/>
    <p:sldId id="339" r:id="rId57"/>
    <p:sldId id="2147479284" r:id="rId58"/>
    <p:sldId id="341" r:id="rId59"/>
    <p:sldId id="2147479274" r:id="rId60"/>
    <p:sldId id="2147479275" r:id="rId61"/>
    <p:sldId id="2147479288" r:id="rId62"/>
    <p:sldId id="343" r:id="rId63"/>
    <p:sldId id="365" r:id="rId64"/>
    <p:sldId id="344" r:id="rId65"/>
    <p:sldId id="2147479285" r:id="rId66"/>
    <p:sldId id="347" r:id="rId67"/>
    <p:sldId id="348" r:id="rId68"/>
    <p:sldId id="2147479286" r:id="rId69"/>
    <p:sldId id="354" r:id="rId70"/>
    <p:sldId id="2147479287" r:id="rId71"/>
    <p:sldId id="357" r:id="rId72"/>
    <p:sldId id="2147479289" r:id="rId73"/>
    <p:sldId id="362" r:id="rId74"/>
    <p:sldId id="363" r:id="rId75"/>
    <p:sldId id="366" r:id="rId76"/>
    <p:sldId id="2147473127" r:id="rId77"/>
    <p:sldId id="304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2A8A1-2A20-BA52-49E6-1A83A0BEA82B}" name="Koli, Kritika EX1" initials="KKE" userId="S::kritika.koli@iqvia.com::1c8c4374-6798-4ce5-81da-73202fe3f3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F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6B7B7-192C-4610-AD76-EE10BBB51350}" v="5" dt="2024-04-01T11:31:50.346"/>
    <p1510:client id="{16886D4F-F500-4072-BCEA-D95CA9B5EBB5}" v="5" dt="2024-04-02T05:31:57.184"/>
    <p1510:client id="{7D2111D0-4E78-4DDF-9FD3-C540033BCA6E}" v="824" dt="2024-04-01T10:51:13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86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i, Kritika EX1" userId="1c8c4374-6798-4ce5-81da-73202fe3f38b" providerId="ADAL" clId="{16886D4F-F500-4072-BCEA-D95CA9B5EBB5}"/>
    <pc:docChg chg="undo custSel modSld sldOrd">
      <pc:chgData name="Koli, Kritika EX1" userId="1c8c4374-6798-4ce5-81da-73202fe3f38b" providerId="ADAL" clId="{16886D4F-F500-4072-BCEA-D95CA9B5EBB5}" dt="2024-04-02T05:32:44.972" v="356" actId="1036"/>
      <pc:docMkLst>
        <pc:docMk/>
      </pc:docMkLst>
      <pc:sldChg chg="modSp mod">
        <pc:chgData name="Koli, Kritika EX1" userId="1c8c4374-6798-4ce5-81da-73202fe3f38b" providerId="ADAL" clId="{16886D4F-F500-4072-BCEA-D95CA9B5EBB5}" dt="2024-04-02T05:12:28.728" v="59" actId="20577"/>
        <pc:sldMkLst>
          <pc:docMk/>
          <pc:sldMk cId="0" sldId="258"/>
        </pc:sldMkLst>
        <pc:spChg chg="mod">
          <ac:chgData name="Koli, Kritika EX1" userId="1c8c4374-6798-4ce5-81da-73202fe3f38b" providerId="ADAL" clId="{16886D4F-F500-4072-BCEA-D95CA9B5EBB5}" dt="2024-04-02T05:12:28.728" v="59" actId="20577"/>
          <ac:spMkLst>
            <pc:docMk/>
            <pc:sldMk cId="0" sldId="258"/>
            <ac:spMk id="188" creationId="{00000000-0000-0000-0000-000000000000}"/>
          </ac:spMkLst>
        </pc:spChg>
      </pc:sldChg>
      <pc:sldChg chg="ord">
        <pc:chgData name="Koli, Kritika EX1" userId="1c8c4374-6798-4ce5-81da-73202fe3f38b" providerId="ADAL" clId="{16886D4F-F500-4072-BCEA-D95CA9B5EBB5}" dt="2024-04-02T05:16:51.973" v="181"/>
        <pc:sldMkLst>
          <pc:docMk/>
          <pc:sldMk cId="318117767" sldId="264"/>
        </pc:sldMkLst>
      </pc:sldChg>
      <pc:sldChg chg="addSp delSp modSp mod">
        <pc:chgData name="Koli, Kritika EX1" userId="1c8c4374-6798-4ce5-81da-73202fe3f38b" providerId="ADAL" clId="{16886D4F-F500-4072-BCEA-D95CA9B5EBB5}" dt="2024-04-02T05:32:44.972" v="356" actId="1036"/>
        <pc:sldMkLst>
          <pc:docMk/>
          <pc:sldMk cId="0" sldId="2147473020"/>
        </pc:sldMkLst>
        <pc:spChg chg="add mod">
          <ac:chgData name="Koli, Kritika EX1" userId="1c8c4374-6798-4ce5-81da-73202fe3f38b" providerId="ADAL" clId="{16886D4F-F500-4072-BCEA-D95CA9B5EBB5}" dt="2024-04-02T05:15:06.454" v="151" actId="1036"/>
          <ac:spMkLst>
            <pc:docMk/>
            <pc:sldMk cId="0" sldId="2147473020"/>
            <ac:spMk id="2" creationId="{4280CE3D-D89C-FE4E-BA3D-31283C9E5F8F}"/>
          </ac:spMkLst>
        </pc:spChg>
        <pc:spChg chg="add del mod">
          <ac:chgData name="Koli, Kritika EX1" userId="1c8c4374-6798-4ce5-81da-73202fe3f38b" providerId="ADAL" clId="{16886D4F-F500-4072-BCEA-D95CA9B5EBB5}" dt="2024-04-02T05:15:33.653" v="177"/>
          <ac:spMkLst>
            <pc:docMk/>
            <pc:sldMk cId="0" sldId="2147473020"/>
            <ac:spMk id="3" creationId="{DC817F3A-59BB-B49C-C9B2-0F22FC3C7292}"/>
          </ac:spMkLst>
        </pc:spChg>
        <pc:spChg chg="add mod">
          <ac:chgData name="Koli, Kritika EX1" userId="1c8c4374-6798-4ce5-81da-73202fe3f38b" providerId="ADAL" clId="{16886D4F-F500-4072-BCEA-D95CA9B5EBB5}" dt="2024-04-02T05:31:22.749" v="273" actId="1038"/>
          <ac:spMkLst>
            <pc:docMk/>
            <pc:sldMk cId="0" sldId="2147473020"/>
            <ac:spMk id="5" creationId="{E6553E7D-AEDB-F942-FA9C-7E4101E9FABD}"/>
          </ac:spMkLst>
        </pc:spChg>
        <pc:spChg chg="add mod">
          <ac:chgData name="Koli, Kritika EX1" userId="1c8c4374-6798-4ce5-81da-73202fe3f38b" providerId="ADAL" clId="{16886D4F-F500-4072-BCEA-D95CA9B5EBB5}" dt="2024-04-02T05:32:23.791" v="352" actId="108"/>
          <ac:spMkLst>
            <pc:docMk/>
            <pc:sldMk cId="0" sldId="2147473020"/>
            <ac:spMk id="7" creationId="{EE4F45C5-D8B5-AFB5-A776-C8CDC9BED19C}"/>
          </ac:spMkLst>
        </pc:spChg>
        <pc:spChg chg="mod">
          <ac:chgData name="Koli, Kritika EX1" userId="1c8c4374-6798-4ce5-81da-73202fe3f38b" providerId="ADAL" clId="{16886D4F-F500-4072-BCEA-D95CA9B5EBB5}" dt="2024-04-02T05:14:42.146" v="98" actId="20577"/>
          <ac:spMkLst>
            <pc:docMk/>
            <pc:sldMk cId="0" sldId="2147473020"/>
            <ac:spMk id="225" creationId="{00000000-0000-0000-0000-000000000000}"/>
          </ac:spMkLst>
        </pc:spChg>
        <pc:spChg chg="mod">
          <ac:chgData name="Koli, Kritika EX1" userId="1c8c4374-6798-4ce5-81da-73202fe3f38b" providerId="ADAL" clId="{16886D4F-F500-4072-BCEA-D95CA9B5EBB5}" dt="2024-04-02T05:15:26.342" v="175" actId="1038"/>
          <ac:spMkLst>
            <pc:docMk/>
            <pc:sldMk cId="0" sldId="2147473020"/>
            <ac:spMk id="228" creationId="{00000000-0000-0000-0000-000000000000}"/>
          </ac:spMkLst>
        </pc:spChg>
        <pc:spChg chg="mod">
          <ac:chgData name="Koli, Kritika EX1" userId="1c8c4374-6798-4ce5-81da-73202fe3f38b" providerId="ADAL" clId="{16886D4F-F500-4072-BCEA-D95CA9B5EBB5}" dt="2024-04-02T05:15:26.342" v="175" actId="1038"/>
          <ac:spMkLst>
            <pc:docMk/>
            <pc:sldMk cId="0" sldId="2147473020"/>
            <ac:spMk id="229" creationId="{00000000-0000-0000-0000-000000000000}"/>
          </ac:spMkLst>
        </pc:spChg>
        <pc:spChg chg="mod">
          <ac:chgData name="Koli, Kritika EX1" userId="1c8c4374-6798-4ce5-81da-73202fe3f38b" providerId="ADAL" clId="{16886D4F-F500-4072-BCEA-D95CA9B5EBB5}" dt="2024-04-02T05:32:39.550" v="355" actId="1036"/>
          <ac:spMkLst>
            <pc:docMk/>
            <pc:sldMk cId="0" sldId="2147473020"/>
            <ac:spMk id="233" creationId="{00000000-0000-0000-0000-000000000000}"/>
          </ac:spMkLst>
        </pc:spChg>
        <pc:spChg chg="mod">
          <ac:chgData name="Koli, Kritika EX1" userId="1c8c4374-6798-4ce5-81da-73202fe3f38b" providerId="ADAL" clId="{16886D4F-F500-4072-BCEA-D95CA9B5EBB5}" dt="2024-04-02T05:32:44.972" v="356" actId="1036"/>
          <ac:spMkLst>
            <pc:docMk/>
            <pc:sldMk cId="0" sldId="2147473020"/>
            <ac:spMk id="235" creationId="{00000000-0000-0000-0000-000000000000}"/>
          </ac:spMkLst>
        </pc:spChg>
        <pc:spChg chg="del">
          <ac:chgData name="Koli, Kritika EX1" userId="1c8c4374-6798-4ce5-81da-73202fe3f38b" providerId="ADAL" clId="{16886D4F-F500-4072-BCEA-D95CA9B5EBB5}" dt="2024-04-02T05:14:59.164" v="134" actId="478"/>
          <ac:spMkLst>
            <pc:docMk/>
            <pc:sldMk cId="0" sldId="2147473020"/>
            <ac:spMk id="246" creationId="{00000000-0000-0000-0000-000000000000}"/>
          </ac:spMkLst>
        </pc:spChg>
        <pc:grpChg chg="mod">
          <ac:chgData name="Koli, Kritika EX1" userId="1c8c4374-6798-4ce5-81da-73202fe3f38b" providerId="ADAL" clId="{16886D4F-F500-4072-BCEA-D95CA9B5EBB5}" dt="2024-04-02T05:31:12.669" v="262" actId="1037"/>
          <ac:grpSpMkLst>
            <pc:docMk/>
            <pc:sldMk cId="0" sldId="2147473020"/>
            <ac:grpSpMk id="224" creationId="{00000000-0000-0000-0000-000000000000}"/>
          </ac:grpSpMkLst>
        </pc:grpChg>
        <pc:picChg chg="add mod">
          <ac:chgData name="Koli, Kritika EX1" userId="1c8c4374-6798-4ce5-81da-73202fe3f38b" providerId="ADAL" clId="{16886D4F-F500-4072-BCEA-D95CA9B5EBB5}" dt="2024-04-02T05:31:22.749" v="273" actId="1038"/>
          <ac:picMkLst>
            <pc:docMk/>
            <pc:sldMk cId="0" sldId="2147473020"/>
            <ac:picMk id="6" creationId="{86D8F3D6-A2C5-9C86-823E-4A184CFCFF2E}"/>
          </ac:picMkLst>
        </pc:picChg>
        <pc:picChg chg="mod">
          <ac:chgData name="Koli, Kritika EX1" userId="1c8c4374-6798-4ce5-81da-73202fe3f38b" providerId="ADAL" clId="{16886D4F-F500-4072-BCEA-D95CA9B5EBB5}" dt="2024-04-02T05:31:12.669" v="262" actId="1037"/>
          <ac:picMkLst>
            <pc:docMk/>
            <pc:sldMk cId="0" sldId="2147473020"/>
            <ac:picMk id="227" creationId="{00000000-0000-0000-0000-000000000000}"/>
          </ac:picMkLst>
        </pc:picChg>
        <pc:picChg chg="mod">
          <ac:chgData name="Koli, Kritika EX1" userId="1c8c4374-6798-4ce5-81da-73202fe3f38b" providerId="ADAL" clId="{16886D4F-F500-4072-BCEA-D95CA9B5EBB5}" dt="2024-04-02T05:15:26.342" v="175" actId="1038"/>
          <ac:picMkLst>
            <pc:docMk/>
            <pc:sldMk cId="0" sldId="2147473020"/>
            <ac:picMk id="230" creationId="{00000000-0000-0000-0000-000000000000}"/>
          </ac:picMkLst>
        </pc:picChg>
        <pc:cxnChg chg="mod">
          <ac:chgData name="Koli, Kritika EX1" userId="1c8c4374-6798-4ce5-81da-73202fe3f38b" providerId="ADAL" clId="{16886D4F-F500-4072-BCEA-D95CA9B5EBB5}" dt="2024-04-02T05:15:55.572" v="178" actId="14100"/>
          <ac:cxnSpMkLst>
            <pc:docMk/>
            <pc:sldMk cId="0" sldId="2147473020"/>
            <ac:cxnSpMk id="232" creationId="{00000000-0000-0000-0000-000000000000}"/>
          </ac:cxnSpMkLst>
        </pc:cxnChg>
      </pc:sldChg>
      <pc:sldChg chg="mod modShow">
        <pc:chgData name="Koli, Kritika EX1" userId="1c8c4374-6798-4ce5-81da-73202fe3f38b" providerId="ADAL" clId="{16886D4F-F500-4072-BCEA-D95CA9B5EBB5}" dt="2024-04-02T05:16:20.922" v="179" actId="729"/>
        <pc:sldMkLst>
          <pc:docMk/>
          <pc:sldMk cId="4129109421" sldId="2147473129"/>
        </pc:sldMkLst>
      </pc:sldChg>
    </pc:docChg>
  </pc:docChgLst>
  <pc:docChgLst>
    <pc:chgData name="Koli, Kritika EX1" userId="1c8c4374-6798-4ce5-81da-73202fe3f38b" providerId="ADAL" clId="{D6E7B702-BFF0-4291-907B-EB6A472FA8C6}"/>
    <pc:docChg chg="undo custSel addSld delSld modSld">
      <pc:chgData name="Koli, Kritika EX1" userId="1c8c4374-6798-4ce5-81da-73202fe3f38b" providerId="ADAL" clId="{D6E7B702-BFF0-4291-907B-EB6A472FA8C6}" dt="2024-03-15T05:02:24.197" v="413" actId="1076"/>
      <pc:docMkLst>
        <pc:docMk/>
      </pc:docMkLst>
      <pc:sldChg chg="del">
        <pc:chgData name="Koli, Kritika EX1" userId="1c8c4374-6798-4ce5-81da-73202fe3f38b" providerId="ADAL" clId="{D6E7B702-BFF0-4291-907B-EB6A472FA8C6}" dt="2024-03-15T04:50:40.952" v="27" actId="47"/>
        <pc:sldMkLst>
          <pc:docMk/>
          <pc:sldMk cId="1009629808" sldId="258"/>
        </pc:sldMkLst>
      </pc:sldChg>
      <pc:sldChg chg="modSp mod">
        <pc:chgData name="Koli, Kritika EX1" userId="1c8c4374-6798-4ce5-81da-73202fe3f38b" providerId="ADAL" clId="{D6E7B702-BFF0-4291-907B-EB6A472FA8C6}" dt="2024-03-15T04:53:01.908" v="88" actId="1035"/>
        <pc:sldMkLst>
          <pc:docMk/>
          <pc:sldMk cId="477180810" sldId="263"/>
        </pc:sldMkLst>
        <pc:spChg chg="mod">
          <ac:chgData name="Koli, Kritika EX1" userId="1c8c4374-6798-4ce5-81da-73202fe3f38b" providerId="ADAL" clId="{D6E7B702-BFF0-4291-907B-EB6A472FA8C6}" dt="2024-03-15T04:53:01.908" v="88" actId="1035"/>
          <ac:spMkLst>
            <pc:docMk/>
            <pc:sldMk cId="477180810" sldId="263"/>
            <ac:spMk id="10" creationId="{4E3DA269-E8DD-001C-D657-415F5A13A6C7}"/>
          </ac:spMkLst>
        </pc:spChg>
      </pc:sldChg>
      <pc:sldChg chg="addSp delSp modSp add mod">
        <pc:chgData name="Koli, Kritika EX1" userId="1c8c4374-6798-4ce5-81da-73202fe3f38b" providerId="ADAL" clId="{D6E7B702-BFF0-4291-907B-EB6A472FA8C6}" dt="2024-03-15T05:02:24.197" v="413" actId="1076"/>
        <pc:sldMkLst>
          <pc:docMk/>
          <pc:sldMk cId="2971175002" sldId="282"/>
        </pc:sldMkLst>
        <pc:spChg chg="mod">
          <ac:chgData name="Koli, Kritika EX1" userId="1c8c4374-6798-4ce5-81da-73202fe3f38b" providerId="ADAL" clId="{D6E7B702-BFF0-4291-907B-EB6A472FA8C6}" dt="2024-03-15T04:59:46.711" v="220" actId="14100"/>
          <ac:spMkLst>
            <pc:docMk/>
            <pc:sldMk cId="2971175002" sldId="282"/>
            <ac:spMk id="3" creationId="{F6C09883-5AD0-A5F6-6D23-A7CFE5DDAD79}"/>
          </ac:spMkLst>
        </pc:spChg>
        <pc:spChg chg="del mod">
          <ac:chgData name="Koli, Kritika EX1" userId="1c8c4374-6798-4ce5-81da-73202fe3f38b" providerId="ADAL" clId="{D6E7B702-BFF0-4291-907B-EB6A472FA8C6}" dt="2024-03-15T05:00:54.213" v="405" actId="478"/>
          <ac:spMkLst>
            <pc:docMk/>
            <pc:sldMk cId="2971175002" sldId="282"/>
            <ac:spMk id="4" creationId="{D80D7B06-3F16-E360-D7B0-123F7EB5401F}"/>
          </ac:spMkLst>
        </pc:spChg>
        <pc:spChg chg="mod">
          <ac:chgData name="Koli, Kritika EX1" userId="1c8c4374-6798-4ce5-81da-73202fe3f38b" providerId="ADAL" clId="{D6E7B702-BFF0-4291-907B-EB6A472FA8C6}" dt="2024-03-15T05:01:08.832" v="412" actId="1036"/>
          <ac:spMkLst>
            <pc:docMk/>
            <pc:sldMk cId="2971175002" sldId="282"/>
            <ac:spMk id="5" creationId="{42A49DF0-9800-2273-118A-B96B5AD4BF46}"/>
          </ac:spMkLst>
        </pc:spChg>
        <pc:spChg chg="add del mod">
          <ac:chgData name="Koli, Kritika EX1" userId="1c8c4374-6798-4ce5-81da-73202fe3f38b" providerId="ADAL" clId="{D6E7B702-BFF0-4291-907B-EB6A472FA8C6}" dt="2024-03-15T05:00:23.570" v="255"/>
          <ac:spMkLst>
            <pc:docMk/>
            <pc:sldMk cId="2971175002" sldId="282"/>
            <ac:spMk id="6" creationId="{C8064BAA-08E7-541F-64B9-83E6CC18F6E5}"/>
          </ac:spMkLst>
        </pc:spChg>
        <pc:picChg chg="mod">
          <ac:chgData name="Koli, Kritika EX1" userId="1c8c4374-6798-4ce5-81da-73202fe3f38b" providerId="ADAL" clId="{D6E7B702-BFF0-4291-907B-EB6A472FA8C6}" dt="2024-03-15T05:02:24.197" v="413" actId="1076"/>
          <ac:picMkLst>
            <pc:docMk/>
            <pc:sldMk cId="2971175002" sldId="282"/>
            <ac:picMk id="2" creationId="{577B617A-A8DB-8BCF-B611-603313ED4846}"/>
          </ac:picMkLst>
        </pc:picChg>
      </pc:sldChg>
      <pc:sldChg chg="addSp modSp mod">
        <pc:chgData name="Koli, Kritika EX1" userId="1c8c4374-6798-4ce5-81da-73202fe3f38b" providerId="ADAL" clId="{D6E7B702-BFF0-4291-907B-EB6A472FA8C6}" dt="2024-03-15T04:55:36.187" v="210" actId="1038"/>
        <pc:sldMkLst>
          <pc:docMk/>
          <pc:sldMk cId="1536854921" sldId="296"/>
        </pc:sldMkLst>
        <pc:spChg chg="add mod">
          <ac:chgData name="Koli, Kritika EX1" userId="1c8c4374-6798-4ce5-81da-73202fe3f38b" providerId="ADAL" clId="{D6E7B702-BFF0-4291-907B-EB6A472FA8C6}" dt="2024-03-15T04:55:36.187" v="210" actId="1038"/>
          <ac:spMkLst>
            <pc:docMk/>
            <pc:sldMk cId="1536854921" sldId="296"/>
            <ac:spMk id="2" creationId="{5B666625-D5A3-9398-BC62-067BC69A07B6}"/>
          </ac:spMkLst>
        </pc:spChg>
      </pc:sldChg>
      <pc:sldChg chg="addSp delSp modSp">
        <pc:chgData name="Koli, Kritika EX1" userId="1c8c4374-6798-4ce5-81da-73202fe3f38b" providerId="ADAL" clId="{D6E7B702-BFF0-4291-907B-EB6A472FA8C6}" dt="2024-03-15T04:58:53.818" v="212"/>
        <pc:sldMkLst>
          <pc:docMk/>
          <pc:sldMk cId="2687702104" sldId="303"/>
        </pc:sldMkLst>
        <pc:picChg chg="add del mod">
          <ac:chgData name="Koli, Kritika EX1" userId="1c8c4374-6798-4ce5-81da-73202fe3f38b" providerId="ADAL" clId="{D6E7B702-BFF0-4291-907B-EB6A472FA8C6}" dt="2024-03-15T04:58:53.818" v="212"/>
          <ac:picMkLst>
            <pc:docMk/>
            <pc:sldMk cId="2687702104" sldId="303"/>
            <ac:picMk id="2" creationId="{159C2418-8F80-0B1C-C128-7D00E1734C50}"/>
          </ac:picMkLst>
        </pc:picChg>
      </pc:sldChg>
      <pc:sldChg chg="addSp modSp new mod">
        <pc:chgData name="Koli, Kritika EX1" userId="1c8c4374-6798-4ce5-81da-73202fe3f38b" providerId="ADAL" clId="{D6E7B702-BFF0-4291-907B-EB6A472FA8C6}" dt="2024-03-15T04:50:31.847" v="26" actId="1036"/>
        <pc:sldMkLst>
          <pc:docMk/>
          <pc:sldMk cId="810051117" sldId="306"/>
        </pc:sldMkLst>
        <pc:spChg chg="add mod">
          <ac:chgData name="Koli, Kritika EX1" userId="1c8c4374-6798-4ce5-81da-73202fe3f38b" providerId="ADAL" clId="{D6E7B702-BFF0-4291-907B-EB6A472FA8C6}" dt="2024-03-15T04:50:31.847" v="26" actId="1036"/>
          <ac:spMkLst>
            <pc:docMk/>
            <pc:sldMk cId="810051117" sldId="306"/>
            <ac:spMk id="4" creationId="{D8E1352A-0D1C-3066-0D7D-B23DE78F9AFC}"/>
          </ac:spMkLst>
        </pc:spChg>
        <pc:spChg chg="add mod">
          <ac:chgData name="Koli, Kritika EX1" userId="1c8c4374-6798-4ce5-81da-73202fe3f38b" providerId="ADAL" clId="{D6E7B702-BFF0-4291-907B-EB6A472FA8C6}" dt="2024-03-15T04:50:31.847" v="26" actId="1036"/>
          <ac:spMkLst>
            <pc:docMk/>
            <pc:sldMk cId="810051117" sldId="306"/>
            <ac:spMk id="5" creationId="{1F686352-610C-A11B-935B-40867B2F43DC}"/>
          </ac:spMkLst>
        </pc:spChg>
        <pc:picChg chg="add mod modCrop">
          <ac:chgData name="Koli, Kritika EX1" userId="1c8c4374-6798-4ce5-81da-73202fe3f38b" providerId="ADAL" clId="{D6E7B702-BFF0-4291-907B-EB6A472FA8C6}" dt="2024-03-15T04:50:18.490" v="11" actId="14100"/>
          <ac:picMkLst>
            <pc:docMk/>
            <pc:sldMk cId="810051117" sldId="306"/>
            <ac:picMk id="3" creationId="{4F8DF042-6CF7-755B-6EBF-6277847E5BD9}"/>
          </ac:picMkLst>
        </pc:picChg>
        <pc:picChg chg="add mod">
          <ac:chgData name="Koli, Kritika EX1" userId="1c8c4374-6798-4ce5-81da-73202fe3f38b" providerId="ADAL" clId="{D6E7B702-BFF0-4291-907B-EB6A472FA8C6}" dt="2024-03-15T04:50:31.847" v="26" actId="1036"/>
          <ac:picMkLst>
            <pc:docMk/>
            <pc:sldMk cId="810051117" sldId="306"/>
            <ac:picMk id="7" creationId="{0D818063-4345-32FA-F23D-85F9C0EC681F}"/>
          </ac:picMkLst>
        </pc:picChg>
        <pc:cxnChg chg="add mod">
          <ac:chgData name="Koli, Kritika EX1" userId="1c8c4374-6798-4ce5-81da-73202fe3f38b" providerId="ADAL" clId="{D6E7B702-BFF0-4291-907B-EB6A472FA8C6}" dt="2024-03-15T04:50:31.847" v="26" actId="1036"/>
          <ac:cxnSpMkLst>
            <pc:docMk/>
            <pc:sldMk cId="810051117" sldId="306"/>
            <ac:cxnSpMk id="6" creationId="{9EB06911-E23B-A8AA-191D-137198825185}"/>
          </ac:cxnSpMkLst>
        </pc:cxnChg>
      </pc:sldChg>
    </pc:docChg>
  </pc:docChgLst>
  <pc:docChgLst>
    <pc:chgData name="Koli, Kritika EX1" userId="1c8c4374-6798-4ce5-81da-73202fe3f38b" providerId="ADAL" clId="{BF35B624-59A6-4B42-A7E4-03CF720FEEE8}"/>
    <pc:docChg chg="undo custSel addSld modSld">
      <pc:chgData name="Koli, Kritika EX1" userId="1c8c4374-6798-4ce5-81da-73202fe3f38b" providerId="ADAL" clId="{BF35B624-59A6-4B42-A7E4-03CF720FEEE8}" dt="2024-03-27T10:18:57.370" v="189" actId="20577"/>
      <pc:docMkLst>
        <pc:docMk/>
      </pc:docMkLst>
      <pc:sldChg chg="modSp mod">
        <pc:chgData name="Koli, Kritika EX1" userId="1c8c4374-6798-4ce5-81da-73202fe3f38b" providerId="ADAL" clId="{BF35B624-59A6-4B42-A7E4-03CF720FEEE8}" dt="2024-03-27T07:31:13.635" v="162" actId="20577"/>
        <pc:sldMkLst>
          <pc:docMk/>
          <pc:sldMk cId="2240721518" sldId="2147473132"/>
        </pc:sldMkLst>
        <pc:spChg chg="mod">
          <ac:chgData name="Koli, Kritika EX1" userId="1c8c4374-6798-4ce5-81da-73202fe3f38b" providerId="ADAL" clId="{BF35B624-59A6-4B42-A7E4-03CF720FEEE8}" dt="2024-03-27T07:30:26.531" v="108" actId="20577"/>
          <ac:spMkLst>
            <pc:docMk/>
            <pc:sldMk cId="2240721518" sldId="2147473132"/>
            <ac:spMk id="2" creationId="{4DE4F643-5F81-3A38-FEE8-8E784994E525}"/>
          </ac:spMkLst>
        </pc:spChg>
        <pc:spChg chg="mod">
          <ac:chgData name="Koli, Kritika EX1" userId="1c8c4374-6798-4ce5-81da-73202fe3f38b" providerId="ADAL" clId="{BF35B624-59A6-4B42-A7E4-03CF720FEEE8}" dt="2024-03-27T07:31:13.635" v="162" actId="20577"/>
          <ac:spMkLst>
            <pc:docMk/>
            <pc:sldMk cId="2240721518" sldId="2147473132"/>
            <ac:spMk id="6" creationId="{8BF65438-E566-386F-4131-B418A7C89204}"/>
          </ac:spMkLst>
        </pc:spChg>
        <pc:spChg chg="mod">
          <ac:chgData name="Koli, Kritika EX1" userId="1c8c4374-6798-4ce5-81da-73202fe3f38b" providerId="ADAL" clId="{BF35B624-59A6-4B42-A7E4-03CF720FEEE8}" dt="2024-03-27T07:30:45.653" v="113" actId="1036"/>
          <ac:spMkLst>
            <pc:docMk/>
            <pc:sldMk cId="2240721518" sldId="2147473132"/>
            <ac:spMk id="9" creationId="{FD0C0D54-7159-5B31-CECC-94F77F273C7C}"/>
          </ac:spMkLst>
        </pc:spChg>
        <pc:picChg chg="mod">
          <ac:chgData name="Koli, Kritika EX1" userId="1c8c4374-6798-4ce5-81da-73202fe3f38b" providerId="ADAL" clId="{BF35B624-59A6-4B42-A7E4-03CF720FEEE8}" dt="2024-03-27T07:30:49.566" v="114" actId="1076"/>
          <ac:picMkLst>
            <pc:docMk/>
            <pc:sldMk cId="2240721518" sldId="2147473132"/>
            <ac:picMk id="10" creationId="{711BA2E1-D54F-3C76-C450-E888B6769D86}"/>
          </ac:picMkLst>
        </pc:picChg>
        <pc:cxnChg chg="mod">
          <ac:chgData name="Koli, Kritika EX1" userId="1c8c4374-6798-4ce5-81da-73202fe3f38b" providerId="ADAL" clId="{BF35B624-59A6-4B42-A7E4-03CF720FEEE8}" dt="2024-03-27T07:30:58.525" v="118" actId="1035"/>
          <ac:cxnSpMkLst>
            <pc:docMk/>
            <pc:sldMk cId="2240721518" sldId="2147473132"/>
            <ac:cxnSpMk id="7" creationId="{B998F8F2-290F-9040-B2FA-5B21791CD84B}"/>
          </ac:cxnSpMkLst>
        </pc:cxnChg>
      </pc:sldChg>
      <pc:sldChg chg="add">
        <pc:chgData name="Koli, Kritika EX1" userId="1c8c4374-6798-4ce5-81da-73202fe3f38b" providerId="ADAL" clId="{BF35B624-59A6-4B42-A7E4-03CF720FEEE8}" dt="2024-03-27T07:29:42.049" v="0"/>
        <pc:sldMkLst>
          <pc:docMk/>
          <pc:sldMk cId="2016084828" sldId="2147479265"/>
        </pc:sldMkLst>
      </pc:sldChg>
      <pc:sldChg chg="addSp delSp modSp new mod">
        <pc:chgData name="Koli, Kritika EX1" userId="1c8c4374-6798-4ce5-81da-73202fe3f38b" providerId="ADAL" clId="{BF35B624-59A6-4B42-A7E4-03CF720FEEE8}" dt="2024-03-27T10:18:57.370" v="189" actId="20577"/>
        <pc:sldMkLst>
          <pc:docMk/>
          <pc:sldMk cId="2048448714" sldId="2147479266"/>
        </pc:sldMkLst>
        <pc:spChg chg="add mod">
          <ac:chgData name="Koli, Kritika EX1" userId="1c8c4374-6798-4ce5-81da-73202fe3f38b" providerId="ADAL" clId="{BF35B624-59A6-4B42-A7E4-03CF720FEEE8}" dt="2024-03-27T10:18:46.679" v="182" actId="14100"/>
          <ac:spMkLst>
            <pc:docMk/>
            <pc:sldMk cId="2048448714" sldId="2147479266"/>
            <ac:spMk id="5" creationId="{F0FE480E-62CA-BCF3-938C-75C7D1CF083C}"/>
          </ac:spMkLst>
        </pc:spChg>
        <pc:spChg chg="add mod">
          <ac:chgData name="Koli, Kritika EX1" userId="1c8c4374-6798-4ce5-81da-73202fe3f38b" providerId="ADAL" clId="{BF35B624-59A6-4B42-A7E4-03CF720FEEE8}" dt="2024-03-27T10:18:57.370" v="189" actId="20577"/>
          <ac:spMkLst>
            <pc:docMk/>
            <pc:sldMk cId="2048448714" sldId="2147479266"/>
            <ac:spMk id="6" creationId="{88665C25-4D38-9866-7E4C-7542C3E23978}"/>
          </ac:spMkLst>
        </pc:spChg>
        <pc:picChg chg="add mod modCrop">
          <ac:chgData name="Koli, Kritika EX1" userId="1c8c4374-6798-4ce5-81da-73202fe3f38b" providerId="ADAL" clId="{BF35B624-59A6-4B42-A7E4-03CF720FEEE8}" dt="2024-03-27T10:18:27.026" v="178" actId="1076"/>
          <ac:picMkLst>
            <pc:docMk/>
            <pc:sldMk cId="2048448714" sldId="2147479266"/>
            <ac:picMk id="3" creationId="{A702D9F2-001D-D122-4092-5F63BC30E18F}"/>
          </ac:picMkLst>
        </pc:picChg>
        <pc:picChg chg="add del mod">
          <ac:chgData name="Koli, Kritika EX1" userId="1c8c4374-6798-4ce5-81da-73202fe3f38b" providerId="ADAL" clId="{BF35B624-59A6-4B42-A7E4-03CF720FEEE8}" dt="2024-03-27T10:18:37.937" v="180" actId="478"/>
          <ac:picMkLst>
            <pc:docMk/>
            <pc:sldMk cId="2048448714" sldId="2147479266"/>
            <ac:picMk id="4" creationId="{E52A0F38-FDE7-DB50-D2EC-0ACA406C139B}"/>
          </ac:picMkLst>
        </pc:picChg>
      </pc:sldChg>
    </pc:docChg>
  </pc:docChgLst>
  <pc:docChgLst>
    <pc:chgData name="Koli, Kritika EX1" userId="1c8c4374-6798-4ce5-81da-73202fe3f38b" providerId="ADAL" clId="{AA29A03A-77C2-489D-842E-7DA1983E5898}"/>
    <pc:docChg chg="undo custSel addSld delSld modSld sldOrd">
      <pc:chgData name="Koli, Kritika EX1" userId="1c8c4374-6798-4ce5-81da-73202fe3f38b" providerId="ADAL" clId="{AA29A03A-77C2-489D-842E-7DA1983E5898}" dt="2024-03-14T13:14:38.453" v="2579" actId="1076"/>
      <pc:docMkLst>
        <pc:docMk/>
      </pc:docMkLst>
      <pc:sldChg chg="del">
        <pc:chgData name="Koli, Kritika EX1" userId="1c8c4374-6798-4ce5-81da-73202fe3f38b" providerId="ADAL" clId="{AA29A03A-77C2-489D-842E-7DA1983E5898}" dt="2024-03-14T07:31:23.062" v="5" actId="47"/>
        <pc:sldMkLst>
          <pc:docMk/>
          <pc:sldMk cId="125709821" sldId="256"/>
        </pc:sldMkLst>
      </pc:sldChg>
      <pc:sldChg chg="addSp delSp modSp mod">
        <pc:chgData name="Koli, Kritika EX1" userId="1c8c4374-6798-4ce5-81da-73202fe3f38b" providerId="ADAL" clId="{AA29A03A-77C2-489D-842E-7DA1983E5898}" dt="2024-03-14T09:09:16.444" v="215" actId="1440"/>
        <pc:sldMkLst>
          <pc:docMk/>
          <pc:sldMk cId="1928194382" sldId="257"/>
        </pc:sldMkLst>
        <pc:spChg chg="mod">
          <ac:chgData name="Koli, Kritika EX1" userId="1c8c4374-6798-4ce5-81da-73202fe3f38b" providerId="ADAL" clId="{AA29A03A-77C2-489D-842E-7DA1983E5898}" dt="2024-03-14T09:04:44.125" v="107" actId="14100"/>
          <ac:spMkLst>
            <pc:docMk/>
            <pc:sldMk cId="1928194382" sldId="257"/>
            <ac:spMk id="5" creationId="{C5B7F265-7CE9-C97A-96DE-0C5824744205}"/>
          </ac:spMkLst>
        </pc:spChg>
        <pc:spChg chg="mod">
          <ac:chgData name="Koli, Kritika EX1" userId="1c8c4374-6798-4ce5-81da-73202fe3f38b" providerId="ADAL" clId="{AA29A03A-77C2-489D-842E-7DA1983E5898}" dt="2024-03-14T09:04:54.537" v="117" actId="1035"/>
          <ac:spMkLst>
            <pc:docMk/>
            <pc:sldMk cId="1928194382" sldId="257"/>
            <ac:spMk id="6" creationId="{C98BC1BA-7005-DA47-9C58-65C5A88883D9}"/>
          </ac:spMkLst>
        </pc:spChg>
        <pc:spChg chg="del">
          <ac:chgData name="Koli, Kritika EX1" userId="1c8c4374-6798-4ce5-81da-73202fe3f38b" providerId="ADAL" clId="{AA29A03A-77C2-489D-842E-7DA1983E5898}" dt="2024-03-14T09:04:25.209" v="103" actId="478"/>
          <ac:spMkLst>
            <pc:docMk/>
            <pc:sldMk cId="1928194382" sldId="257"/>
            <ac:spMk id="9" creationId="{20B28677-9E33-A59D-9065-2C55BB72C26A}"/>
          </ac:spMkLst>
        </pc:spChg>
        <pc:picChg chg="add mod">
          <ac:chgData name="Koli, Kritika EX1" userId="1c8c4374-6798-4ce5-81da-73202fe3f38b" providerId="ADAL" clId="{AA29A03A-77C2-489D-842E-7DA1983E5898}" dt="2024-03-14T09:04:46.858" v="108" actId="1076"/>
          <ac:picMkLst>
            <pc:docMk/>
            <pc:sldMk cId="1928194382" sldId="257"/>
            <ac:picMk id="2" creationId="{DC57C5DA-4024-46EF-8755-57220C897A61}"/>
          </ac:picMkLst>
        </pc:picChg>
        <pc:picChg chg="mod modCrop">
          <ac:chgData name="Koli, Kritika EX1" userId="1c8c4374-6798-4ce5-81da-73202fe3f38b" providerId="ADAL" clId="{AA29A03A-77C2-489D-842E-7DA1983E5898}" dt="2024-03-14T09:09:16.444" v="215" actId="1440"/>
          <ac:picMkLst>
            <pc:docMk/>
            <pc:sldMk cId="1928194382" sldId="257"/>
            <ac:picMk id="4" creationId="{E5CA92C1-A85A-2160-0794-0782FC6B4DE4}"/>
          </ac:picMkLst>
        </pc:picChg>
        <pc:cxnChg chg="add mod">
          <ac:chgData name="Koli, Kritika EX1" userId="1c8c4374-6798-4ce5-81da-73202fe3f38b" providerId="ADAL" clId="{AA29A03A-77C2-489D-842E-7DA1983E5898}" dt="2024-03-14T09:04:50.555" v="109" actId="1076"/>
          <ac:cxnSpMkLst>
            <pc:docMk/>
            <pc:sldMk cId="1928194382" sldId="257"/>
            <ac:cxnSpMk id="3" creationId="{E5892D68-FFB6-F3F0-321A-D18D437DB9EE}"/>
          </ac:cxnSpMkLst>
        </pc:cxnChg>
        <pc:cxnChg chg="del mod">
          <ac:chgData name="Koli, Kritika EX1" userId="1c8c4374-6798-4ce5-81da-73202fe3f38b" providerId="ADAL" clId="{AA29A03A-77C2-489D-842E-7DA1983E5898}" dt="2024-03-14T07:35:34.846" v="16" actId="478"/>
          <ac:cxnSpMkLst>
            <pc:docMk/>
            <pc:sldMk cId="1928194382" sldId="257"/>
            <ac:cxnSpMk id="8" creationId="{7FDC654D-8195-91FE-4A99-EBF49E5343D1}"/>
          </ac:cxnSpMkLst>
        </pc:cxnChg>
      </pc:sldChg>
      <pc:sldChg chg="addSp delSp modSp mod">
        <pc:chgData name="Koli, Kritika EX1" userId="1c8c4374-6798-4ce5-81da-73202fe3f38b" providerId="ADAL" clId="{AA29A03A-77C2-489D-842E-7DA1983E5898}" dt="2024-03-14T13:01:04.999" v="2166" actId="1076"/>
        <pc:sldMkLst>
          <pc:docMk/>
          <pc:sldMk cId="1009629808" sldId="258"/>
        </pc:sldMkLst>
        <pc:spChg chg="mod">
          <ac:chgData name="Koli, Kritika EX1" userId="1c8c4374-6798-4ce5-81da-73202fe3f38b" providerId="ADAL" clId="{AA29A03A-77C2-489D-842E-7DA1983E5898}" dt="2024-03-14T09:07:13.303" v="177" actId="1036"/>
          <ac:spMkLst>
            <pc:docMk/>
            <pc:sldMk cId="1009629808" sldId="258"/>
            <ac:spMk id="5" creationId="{CD458A2A-93C9-E84C-D5C1-CC89894B21FE}"/>
          </ac:spMkLst>
        </pc:spChg>
        <pc:spChg chg="mod">
          <ac:chgData name="Koli, Kritika EX1" userId="1c8c4374-6798-4ce5-81da-73202fe3f38b" providerId="ADAL" clId="{AA29A03A-77C2-489D-842E-7DA1983E5898}" dt="2024-03-14T09:07:20.821" v="188" actId="1036"/>
          <ac:spMkLst>
            <pc:docMk/>
            <pc:sldMk cId="1009629808" sldId="258"/>
            <ac:spMk id="6" creationId="{FACDF2DB-7791-B5E5-87F4-415C4E35F52D}"/>
          </ac:spMkLst>
        </pc:spChg>
        <pc:spChg chg="del">
          <ac:chgData name="Koli, Kritika EX1" userId="1c8c4374-6798-4ce5-81da-73202fe3f38b" providerId="ADAL" clId="{AA29A03A-77C2-489D-842E-7DA1983E5898}" dt="2024-03-14T09:05:00.942" v="118" actId="478"/>
          <ac:spMkLst>
            <pc:docMk/>
            <pc:sldMk cId="1009629808" sldId="258"/>
            <ac:spMk id="10" creationId="{791C1E6A-D191-563B-DF10-833A16DCC039}"/>
          </ac:spMkLst>
        </pc:spChg>
        <pc:picChg chg="add mod">
          <ac:chgData name="Koli, Kritika EX1" userId="1c8c4374-6798-4ce5-81da-73202fe3f38b" providerId="ADAL" clId="{AA29A03A-77C2-489D-842E-7DA1983E5898}" dt="2024-03-14T13:01:04.999" v="2166" actId="1076"/>
          <ac:picMkLst>
            <pc:docMk/>
            <pc:sldMk cId="1009629808" sldId="258"/>
            <ac:picMk id="3" creationId="{8FA19FB9-69B3-E548-23CE-818C786DA80D}"/>
          </ac:picMkLst>
        </pc:picChg>
        <pc:picChg chg="mod modCrop">
          <ac:chgData name="Koli, Kritika EX1" userId="1c8c4374-6798-4ce5-81da-73202fe3f38b" providerId="ADAL" clId="{AA29A03A-77C2-489D-842E-7DA1983E5898}" dt="2024-03-14T09:09:15.943" v="214" actId="1440"/>
          <ac:picMkLst>
            <pc:docMk/>
            <pc:sldMk cId="1009629808" sldId="258"/>
            <ac:picMk id="4" creationId="{E8D3340D-97E1-F9CE-C99B-105A2CBA8D39}"/>
          </ac:picMkLst>
        </pc:picChg>
        <pc:cxnChg chg="mod">
          <ac:chgData name="Koli, Kritika EX1" userId="1c8c4374-6798-4ce5-81da-73202fe3f38b" providerId="ADAL" clId="{AA29A03A-77C2-489D-842E-7DA1983E5898}" dt="2024-03-14T09:07:20.821" v="188" actId="1036"/>
          <ac:cxnSpMkLst>
            <pc:docMk/>
            <pc:sldMk cId="1009629808" sldId="258"/>
            <ac:cxnSpMk id="7" creationId="{09A51B14-28D0-8EED-1E4C-04C9D7227F16}"/>
          </ac:cxnSpMkLst>
        </pc:cxnChg>
      </pc:sldChg>
      <pc:sldChg chg="delSp modSp del mod">
        <pc:chgData name="Koli, Kritika EX1" userId="1c8c4374-6798-4ce5-81da-73202fe3f38b" providerId="ADAL" clId="{AA29A03A-77C2-489D-842E-7DA1983E5898}" dt="2024-03-14T09:15:47.190" v="311" actId="47"/>
        <pc:sldMkLst>
          <pc:docMk/>
          <pc:sldMk cId="847505117" sldId="259"/>
        </pc:sldMkLst>
        <pc:spChg chg="del">
          <ac:chgData name="Koli, Kritika EX1" userId="1c8c4374-6798-4ce5-81da-73202fe3f38b" providerId="ADAL" clId="{AA29A03A-77C2-489D-842E-7DA1983E5898}" dt="2024-03-14T09:07:30.668" v="189" actId="478"/>
          <ac:spMkLst>
            <pc:docMk/>
            <pc:sldMk cId="847505117" sldId="259"/>
            <ac:spMk id="6" creationId="{C3C62FB3-33EE-9429-92AB-6098EFAC7CD4}"/>
          </ac:spMkLst>
        </pc:spChg>
        <pc:picChg chg="mod modCrop">
          <ac:chgData name="Koli, Kritika EX1" userId="1c8c4374-6798-4ce5-81da-73202fe3f38b" providerId="ADAL" clId="{AA29A03A-77C2-489D-842E-7DA1983E5898}" dt="2024-03-14T09:09:26.542" v="216" actId="732"/>
          <ac:picMkLst>
            <pc:docMk/>
            <pc:sldMk cId="847505117" sldId="259"/>
            <ac:picMk id="2" creationId="{24C310BA-1A58-462D-31D3-B66264B12550}"/>
          </ac:picMkLst>
        </pc:picChg>
      </pc:sldChg>
      <pc:sldChg chg="delSp add del mod">
        <pc:chgData name="Koli, Kritika EX1" userId="1c8c4374-6798-4ce5-81da-73202fe3f38b" providerId="ADAL" clId="{AA29A03A-77C2-489D-842E-7DA1983E5898}" dt="2024-03-14T09:27:50.712" v="434" actId="47"/>
        <pc:sldMkLst>
          <pc:docMk/>
          <pc:sldMk cId="1917629107" sldId="260"/>
        </pc:sldMkLst>
        <pc:spChg chg="del">
          <ac:chgData name="Koli, Kritika EX1" userId="1c8c4374-6798-4ce5-81da-73202fe3f38b" providerId="ADAL" clId="{AA29A03A-77C2-489D-842E-7DA1983E5898}" dt="2024-03-14T09:07:34.957" v="190" actId="478"/>
          <ac:spMkLst>
            <pc:docMk/>
            <pc:sldMk cId="1917629107" sldId="260"/>
            <ac:spMk id="8" creationId="{36378246-1E79-F035-9141-AC7806A03B8D}"/>
          </ac:spMkLst>
        </pc:spChg>
      </pc:sldChg>
      <pc:sldChg chg="addSp delSp modSp del mod">
        <pc:chgData name="Koli, Kritika EX1" userId="1c8c4374-6798-4ce5-81da-73202fe3f38b" providerId="ADAL" clId="{AA29A03A-77C2-489D-842E-7DA1983E5898}" dt="2024-03-14T09:38:04.651" v="517" actId="47"/>
        <pc:sldMkLst>
          <pc:docMk/>
          <pc:sldMk cId="4291627273" sldId="261"/>
        </pc:sldMkLst>
        <pc:spChg chg="mod">
          <ac:chgData name="Koli, Kritika EX1" userId="1c8c4374-6798-4ce5-81da-73202fe3f38b" providerId="ADAL" clId="{AA29A03A-77C2-489D-842E-7DA1983E5898}" dt="2024-03-14T09:34:20.198" v="442" actId="1076"/>
          <ac:spMkLst>
            <pc:docMk/>
            <pc:sldMk cId="4291627273" sldId="261"/>
            <ac:spMk id="3" creationId="{9D8FEDD2-F255-8CE2-385B-DC4A23BDF1A4}"/>
          </ac:spMkLst>
        </pc:spChg>
        <pc:spChg chg="mod">
          <ac:chgData name="Koli, Kritika EX1" userId="1c8c4374-6798-4ce5-81da-73202fe3f38b" providerId="ADAL" clId="{AA29A03A-77C2-489D-842E-7DA1983E5898}" dt="2024-03-14T09:34:38.549" v="455" actId="1076"/>
          <ac:spMkLst>
            <pc:docMk/>
            <pc:sldMk cId="4291627273" sldId="261"/>
            <ac:spMk id="4" creationId="{7A7608E3-9040-58EA-548C-0D21F81DFA13}"/>
          </ac:spMkLst>
        </pc:spChg>
        <pc:spChg chg="del">
          <ac:chgData name="Koli, Kritika EX1" userId="1c8c4374-6798-4ce5-81da-73202fe3f38b" providerId="ADAL" clId="{AA29A03A-77C2-489D-842E-7DA1983E5898}" dt="2024-03-14T09:07:39.960" v="191" actId="478"/>
          <ac:spMkLst>
            <pc:docMk/>
            <pc:sldMk cId="4291627273" sldId="261"/>
            <ac:spMk id="7" creationId="{076462ED-A698-FBA0-442C-AC3A010D6388}"/>
          </ac:spMkLst>
        </pc:spChg>
        <pc:picChg chg="mod">
          <ac:chgData name="Koli, Kritika EX1" userId="1c8c4374-6798-4ce5-81da-73202fe3f38b" providerId="ADAL" clId="{AA29A03A-77C2-489D-842E-7DA1983E5898}" dt="2024-03-14T09:34:16.825" v="441" actId="14100"/>
          <ac:picMkLst>
            <pc:docMk/>
            <pc:sldMk cId="4291627273" sldId="261"/>
            <ac:picMk id="2" creationId="{5D471837-8DF9-76C6-E51A-FF1CF92D032B}"/>
          </ac:picMkLst>
        </pc:picChg>
        <pc:cxnChg chg="del">
          <ac:chgData name="Koli, Kritika EX1" userId="1c8c4374-6798-4ce5-81da-73202fe3f38b" providerId="ADAL" clId="{AA29A03A-77C2-489D-842E-7DA1983E5898}" dt="2024-03-14T09:34:10.026" v="439" actId="478"/>
          <ac:cxnSpMkLst>
            <pc:docMk/>
            <pc:sldMk cId="4291627273" sldId="261"/>
            <ac:cxnSpMk id="5" creationId="{E7E80B86-EFB0-D1E7-E1EF-5985D5AD5446}"/>
          </ac:cxnSpMkLst>
        </pc:cxnChg>
        <pc:cxnChg chg="add mod">
          <ac:chgData name="Koli, Kritika EX1" userId="1c8c4374-6798-4ce5-81da-73202fe3f38b" providerId="ADAL" clId="{AA29A03A-77C2-489D-842E-7DA1983E5898}" dt="2024-03-14T09:35:13.553" v="459" actId="14100"/>
          <ac:cxnSpMkLst>
            <pc:docMk/>
            <pc:sldMk cId="4291627273" sldId="261"/>
            <ac:cxnSpMk id="6" creationId="{D8BEF34F-DCFD-13DC-D0A0-D09BC32B4F09}"/>
          </ac:cxnSpMkLst>
        </pc:cxnChg>
      </pc:sldChg>
      <pc:sldChg chg="addSp delSp modSp mod">
        <pc:chgData name="Koli, Kritika EX1" userId="1c8c4374-6798-4ce5-81da-73202fe3f38b" providerId="ADAL" clId="{AA29A03A-77C2-489D-842E-7DA1983E5898}" dt="2024-03-14T13:01:32.099" v="2171" actId="14100"/>
        <pc:sldMkLst>
          <pc:docMk/>
          <pc:sldMk cId="1321936144" sldId="262"/>
        </pc:sldMkLst>
        <pc:spChg chg="mod">
          <ac:chgData name="Koli, Kritika EX1" userId="1c8c4374-6798-4ce5-81da-73202fe3f38b" providerId="ADAL" clId="{AA29A03A-77C2-489D-842E-7DA1983E5898}" dt="2024-03-14T09:38:39.439" v="523" actId="14100"/>
          <ac:spMkLst>
            <pc:docMk/>
            <pc:sldMk cId="1321936144" sldId="262"/>
            <ac:spMk id="3" creationId="{8B468E26-DB03-38EC-C1F6-3B53080B987B}"/>
          </ac:spMkLst>
        </pc:spChg>
        <pc:spChg chg="del mod">
          <ac:chgData name="Koli, Kritika EX1" userId="1c8c4374-6798-4ce5-81da-73202fe3f38b" providerId="ADAL" clId="{AA29A03A-77C2-489D-842E-7DA1983E5898}" dt="2024-03-14T09:37:13.544" v="499" actId="478"/>
          <ac:spMkLst>
            <pc:docMk/>
            <pc:sldMk cId="1321936144" sldId="262"/>
            <ac:spMk id="4" creationId="{4D5D14B7-94A5-97BE-D379-969212F452EA}"/>
          </ac:spMkLst>
        </pc:spChg>
        <pc:spChg chg="del">
          <ac:chgData name="Koli, Kritika EX1" userId="1c8c4374-6798-4ce5-81da-73202fe3f38b" providerId="ADAL" clId="{AA29A03A-77C2-489D-842E-7DA1983E5898}" dt="2024-03-14T09:07:44.610" v="192" actId="478"/>
          <ac:spMkLst>
            <pc:docMk/>
            <pc:sldMk cId="1321936144" sldId="262"/>
            <ac:spMk id="7" creationId="{21D444C7-9203-33EE-E384-24615DE232AC}"/>
          </ac:spMkLst>
        </pc:spChg>
        <pc:spChg chg="add mod">
          <ac:chgData name="Koli, Kritika EX1" userId="1c8c4374-6798-4ce5-81da-73202fe3f38b" providerId="ADAL" clId="{AA29A03A-77C2-489D-842E-7DA1983E5898}" dt="2024-03-14T09:39:10.561" v="600" actId="1035"/>
          <ac:spMkLst>
            <pc:docMk/>
            <pc:sldMk cId="1321936144" sldId="262"/>
            <ac:spMk id="8" creationId="{4880447E-B18A-CB17-B530-CC52CA65FF9F}"/>
          </ac:spMkLst>
        </pc:spChg>
        <pc:spChg chg="add mod">
          <ac:chgData name="Koli, Kritika EX1" userId="1c8c4374-6798-4ce5-81da-73202fe3f38b" providerId="ADAL" clId="{AA29A03A-77C2-489D-842E-7DA1983E5898}" dt="2024-03-14T09:38:57.036" v="551" actId="1035"/>
          <ac:spMkLst>
            <pc:docMk/>
            <pc:sldMk cId="1321936144" sldId="262"/>
            <ac:spMk id="11" creationId="{F2D01479-562A-6A2C-EB4B-D8F66DCBE9DF}"/>
          </ac:spMkLst>
        </pc:spChg>
        <pc:picChg chg="mod modCrop">
          <ac:chgData name="Koli, Kritika EX1" userId="1c8c4374-6798-4ce5-81da-73202fe3f38b" providerId="ADAL" clId="{AA29A03A-77C2-489D-842E-7DA1983E5898}" dt="2024-03-14T09:39:02.165" v="572" actId="1076"/>
          <ac:picMkLst>
            <pc:docMk/>
            <pc:sldMk cId="1321936144" sldId="262"/>
            <ac:picMk id="2" creationId="{5A80D79A-4908-B3EB-18F1-4994DD13C9D7}"/>
          </ac:picMkLst>
        </pc:picChg>
        <pc:picChg chg="add mod">
          <ac:chgData name="Koli, Kritika EX1" userId="1c8c4374-6798-4ce5-81da-73202fe3f38b" providerId="ADAL" clId="{AA29A03A-77C2-489D-842E-7DA1983E5898}" dt="2024-03-14T13:01:32.099" v="2171" actId="14100"/>
          <ac:picMkLst>
            <pc:docMk/>
            <pc:sldMk cId="1321936144" sldId="262"/>
            <ac:picMk id="12" creationId="{21BAF1B0-88A5-D6FF-2253-9238E5FAF459}"/>
          </ac:picMkLst>
        </pc:picChg>
        <pc:cxnChg chg="del">
          <ac:chgData name="Koli, Kritika EX1" userId="1c8c4374-6798-4ce5-81da-73202fe3f38b" providerId="ADAL" clId="{AA29A03A-77C2-489D-842E-7DA1983E5898}" dt="2024-03-14T09:38:29.453" v="520" actId="478"/>
          <ac:cxnSpMkLst>
            <pc:docMk/>
            <pc:sldMk cId="1321936144" sldId="262"/>
            <ac:cxnSpMk id="5" creationId="{CB284340-815D-AFEB-77E3-81EC9FAA6009}"/>
          </ac:cxnSpMkLst>
        </pc:cxnChg>
        <pc:cxnChg chg="add mod">
          <ac:chgData name="Koli, Kritika EX1" userId="1c8c4374-6798-4ce5-81da-73202fe3f38b" providerId="ADAL" clId="{AA29A03A-77C2-489D-842E-7DA1983E5898}" dt="2024-03-14T09:39:04.009" v="573" actId="1038"/>
          <ac:cxnSpMkLst>
            <pc:docMk/>
            <pc:sldMk cId="1321936144" sldId="262"/>
            <ac:cxnSpMk id="9" creationId="{1B4C1D93-8F51-5598-FCB7-A693E3A43154}"/>
          </ac:cxnSpMkLst>
        </pc:cxnChg>
      </pc:sldChg>
      <pc:sldChg chg="addSp delSp modSp mod">
        <pc:chgData name="Koli, Kritika EX1" userId="1c8c4374-6798-4ce5-81da-73202fe3f38b" providerId="ADAL" clId="{AA29A03A-77C2-489D-842E-7DA1983E5898}" dt="2024-03-14T09:50:23.811" v="701" actId="14100"/>
        <pc:sldMkLst>
          <pc:docMk/>
          <pc:sldMk cId="477180810" sldId="263"/>
        </pc:sldMkLst>
        <pc:spChg chg="del">
          <ac:chgData name="Koli, Kritika EX1" userId="1c8c4374-6798-4ce5-81da-73202fe3f38b" providerId="ADAL" clId="{AA29A03A-77C2-489D-842E-7DA1983E5898}" dt="2024-03-14T09:08:40.541" v="209" actId="478"/>
          <ac:spMkLst>
            <pc:docMk/>
            <pc:sldMk cId="477180810" sldId="263"/>
            <ac:spMk id="3" creationId="{2792849B-3644-59A2-1D7B-6ECE1A99591E}"/>
          </ac:spMkLst>
        </pc:spChg>
        <pc:spChg chg="del mod">
          <ac:chgData name="Koli, Kritika EX1" userId="1c8c4374-6798-4ce5-81da-73202fe3f38b" providerId="ADAL" clId="{AA29A03A-77C2-489D-842E-7DA1983E5898}" dt="2024-03-14T09:48:58.454" v="663" actId="478"/>
          <ac:spMkLst>
            <pc:docMk/>
            <pc:sldMk cId="477180810" sldId="263"/>
            <ac:spMk id="4" creationId="{7F28B135-1ADB-4F8A-025D-CBAFC00E9C75}"/>
          </ac:spMkLst>
        </pc:spChg>
        <pc:spChg chg="add mod">
          <ac:chgData name="Koli, Kritika EX1" userId="1c8c4374-6798-4ce5-81da-73202fe3f38b" providerId="ADAL" clId="{AA29A03A-77C2-489D-842E-7DA1983E5898}" dt="2024-03-14T09:49:04.788" v="666" actId="1037"/>
          <ac:spMkLst>
            <pc:docMk/>
            <pc:sldMk cId="477180810" sldId="263"/>
            <ac:spMk id="5" creationId="{A4114F31-60A4-5369-797F-177FECE4B2A1}"/>
          </ac:spMkLst>
        </pc:spChg>
        <pc:spChg chg="add mod">
          <ac:chgData name="Koli, Kritika EX1" userId="1c8c4374-6798-4ce5-81da-73202fe3f38b" providerId="ADAL" clId="{AA29A03A-77C2-489D-842E-7DA1983E5898}" dt="2024-03-14T09:49:02.079" v="664" actId="1076"/>
          <ac:spMkLst>
            <pc:docMk/>
            <pc:sldMk cId="477180810" sldId="263"/>
            <ac:spMk id="6" creationId="{9A1F511A-31D2-1599-894E-1D52D53914A8}"/>
          </ac:spMkLst>
        </pc:spChg>
        <pc:spChg chg="add mod">
          <ac:chgData name="Koli, Kritika EX1" userId="1c8c4374-6798-4ce5-81da-73202fe3f38b" providerId="ADAL" clId="{AA29A03A-77C2-489D-842E-7DA1983E5898}" dt="2024-03-14T09:50:23.811" v="701" actId="14100"/>
          <ac:spMkLst>
            <pc:docMk/>
            <pc:sldMk cId="477180810" sldId="263"/>
            <ac:spMk id="10" creationId="{4E3DA269-E8DD-001C-D657-415F5A13A6C7}"/>
          </ac:spMkLst>
        </pc:spChg>
        <pc:spChg chg="add del mod">
          <ac:chgData name="Koli, Kritika EX1" userId="1c8c4374-6798-4ce5-81da-73202fe3f38b" providerId="ADAL" clId="{AA29A03A-77C2-489D-842E-7DA1983E5898}" dt="2024-03-14T09:47:39.200" v="655" actId="478"/>
          <ac:spMkLst>
            <pc:docMk/>
            <pc:sldMk cId="477180810" sldId="263"/>
            <ac:spMk id="11" creationId="{D6C07657-0D87-D1BC-A6A0-766E9774AA20}"/>
          </ac:spMkLst>
        </pc:spChg>
        <pc:picChg chg="mod modCrop">
          <ac:chgData name="Koli, Kritika EX1" userId="1c8c4374-6798-4ce5-81da-73202fe3f38b" providerId="ADAL" clId="{AA29A03A-77C2-489D-842E-7DA1983E5898}" dt="2024-03-14T09:48:39.468" v="657" actId="14100"/>
          <ac:picMkLst>
            <pc:docMk/>
            <pc:sldMk cId="477180810" sldId="263"/>
            <ac:picMk id="2" creationId="{84AA1591-4ED7-523F-C40F-175B9FD892F2}"/>
          </ac:picMkLst>
        </pc:picChg>
        <pc:picChg chg="add del mod">
          <ac:chgData name="Koli, Kritika EX1" userId="1c8c4374-6798-4ce5-81da-73202fe3f38b" providerId="ADAL" clId="{AA29A03A-77C2-489D-842E-7DA1983E5898}" dt="2024-03-14T09:47:26.728" v="652" actId="478"/>
          <ac:picMkLst>
            <pc:docMk/>
            <pc:sldMk cId="477180810" sldId="263"/>
            <ac:picMk id="7" creationId="{214C648E-4050-F356-B6B9-A6256829ECDF}"/>
          </ac:picMkLst>
        </pc:picChg>
        <pc:picChg chg="add del">
          <ac:chgData name="Koli, Kritika EX1" userId="1c8c4374-6798-4ce5-81da-73202fe3f38b" providerId="ADAL" clId="{AA29A03A-77C2-489D-842E-7DA1983E5898}" dt="2024-03-14T09:46:09.319" v="624" actId="22"/>
          <ac:picMkLst>
            <pc:docMk/>
            <pc:sldMk cId="477180810" sldId="263"/>
            <ac:picMk id="9" creationId="{8C5F666E-C2A5-3170-F9DA-B03F77C8B5DC}"/>
          </ac:picMkLst>
        </pc:picChg>
        <pc:cxnChg chg="add mod">
          <ac:chgData name="Koli, Kritika EX1" userId="1c8c4374-6798-4ce5-81da-73202fe3f38b" providerId="ADAL" clId="{AA29A03A-77C2-489D-842E-7DA1983E5898}" dt="2024-03-14T09:49:29.629" v="669" actId="14100"/>
          <ac:cxnSpMkLst>
            <pc:docMk/>
            <pc:sldMk cId="477180810" sldId="263"/>
            <ac:cxnSpMk id="12" creationId="{35A6FE77-F0FE-D789-BF12-7C5B700CF03E}"/>
          </ac:cxnSpMkLst>
        </pc:cxnChg>
        <pc:cxnChg chg="add mod">
          <ac:chgData name="Koli, Kritika EX1" userId="1c8c4374-6798-4ce5-81da-73202fe3f38b" providerId="ADAL" clId="{AA29A03A-77C2-489D-842E-7DA1983E5898}" dt="2024-03-14T09:50:02.628" v="693" actId="208"/>
          <ac:cxnSpMkLst>
            <pc:docMk/>
            <pc:sldMk cId="477180810" sldId="263"/>
            <ac:cxnSpMk id="15" creationId="{DA184F67-CEFC-23A8-EAD7-5441C84D7B42}"/>
          </ac:cxnSpMkLst>
        </pc:cxnChg>
      </pc:sldChg>
      <pc:sldChg chg="addSp delSp modSp mod">
        <pc:chgData name="Koli, Kritika EX1" userId="1c8c4374-6798-4ce5-81da-73202fe3f38b" providerId="ADAL" clId="{AA29A03A-77C2-489D-842E-7DA1983E5898}" dt="2024-03-14T13:01:46.212" v="2173" actId="1076"/>
        <pc:sldMkLst>
          <pc:docMk/>
          <pc:sldMk cId="318117767" sldId="264"/>
        </pc:sldMkLst>
        <pc:spChg chg="mod">
          <ac:chgData name="Koli, Kritika EX1" userId="1c8c4374-6798-4ce5-81da-73202fe3f38b" providerId="ADAL" clId="{AA29A03A-77C2-489D-842E-7DA1983E5898}" dt="2024-03-14T09:51:19.831" v="726" actId="14100"/>
          <ac:spMkLst>
            <pc:docMk/>
            <pc:sldMk cId="318117767" sldId="264"/>
            <ac:spMk id="3" creationId="{FDDCF5F7-0A2E-82B0-8276-60FB2E4AB764}"/>
          </ac:spMkLst>
        </pc:spChg>
        <pc:spChg chg="del">
          <ac:chgData name="Koli, Kritika EX1" userId="1c8c4374-6798-4ce5-81da-73202fe3f38b" providerId="ADAL" clId="{AA29A03A-77C2-489D-842E-7DA1983E5898}" dt="2024-03-14T09:08:39.140" v="208" actId="478"/>
          <ac:spMkLst>
            <pc:docMk/>
            <pc:sldMk cId="318117767" sldId="264"/>
            <ac:spMk id="4" creationId="{1B6A53DA-8EF4-6643-7914-B41C0AC582B1}"/>
          </ac:spMkLst>
        </pc:spChg>
        <pc:spChg chg="mod">
          <ac:chgData name="Koli, Kritika EX1" userId="1c8c4374-6798-4ce5-81da-73202fe3f38b" providerId="ADAL" clId="{AA29A03A-77C2-489D-842E-7DA1983E5898}" dt="2024-03-14T09:53:09.121" v="735" actId="208"/>
          <ac:spMkLst>
            <pc:docMk/>
            <pc:sldMk cId="318117767" sldId="264"/>
            <ac:spMk id="5" creationId="{D91D7206-7957-D6C5-C41A-B8E05C93BB7F}"/>
          </ac:spMkLst>
        </pc:spChg>
        <pc:spChg chg="add mod">
          <ac:chgData name="Koli, Kritika EX1" userId="1c8c4374-6798-4ce5-81da-73202fe3f38b" providerId="ADAL" clId="{AA29A03A-77C2-489D-842E-7DA1983E5898}" dt="2024-03-14T10:06:40.132" v="773" actId="1036"/>
          <ac:spMkLst>
            <pc:docMk/>
            <pc:sldMk cId="318117767" sldId="264"/>
            <ac:spMk id="9" creationId="{86F92391-EEC2-D133-E65F-396843ED8126}"/>
          </ac:spMkLst>
        </pc:spChg>
        <pc:spChg chg="mod">
          <ac:chgData name="Koli, Kritika EX1" userId="1c8c4374-6798-4ce5-81da-73202fe3f38b" providerId="ADAL" clId="{AA29A03A-77C2-489D-842E-7DA1983E5898}" dt="2024-03-14T09:54:39.947" v="765" actId="1037"/>
          <ac:spMkLst>
            <pc:docMk/>
            <pc:sldMk cId="318117767" sldId="264"/>
            <ac:spMk id="10" creationId="{EF9E1597-6FBD-EFA0-702A-02F4C35C1F87}"/>
          </ac:spMkLst>
        </pc:spChg>
        <pc:picChg chg="mod modCrop">
          <ac:chgData name="Koli, Kritika EX1" userId="1c8c4374-6798-4ce5-81da-73202fe3f38b" providerId="ADAL" clId="{AA29A03A-77C2-489D-842E-7DA1983E5898}" dt="2024-03-14T09:54:33.413" v="755" actId="1076"/>
          <ac:picMkLst>
            <pc:docMk/>
            <pc:sldMk cId="318117767" sldId="264"/>
            <ac:picMk id="2" creationId="{DECD66BB-03D0-882C-799E-55B138A52F6D}"/>
          </ac:picMkLst>
        </pc:picChg>
        <pc:picChg chg="add mod">
          <ac:chgData name="Koli, Kritika EX1" userId="1c8c4374-6798-4ce5-81da-73202fe3f38b" providerId="ADAL" clId="{AA29A03A-77C2-489D-842E-7DA1983E5898}" dt="2024-03-14T13:01:46.212" v="2173" actId="1076"/>
          <ac:picMkLst>
            <pc:docMk/>
            <pc:sldMk cId="318117767" sldId="264"/>
            <ac:picMk id="12" creationId="{11793FDD-4025-1593-2ACF-9BBFF090A73B}"/>
          </ac:picMkLst>
        </pc:picChg>
        <pc:cxnChg chg="del">
          <ac:chgData name="Koli, Kritika EX1" userId="1c8c4374-6798-4ce5-81da-73202fe3f38b" providerId="ADAL" clId="{AA29A03A-77C2-489D-842E-7DA1983E5898}" dt="2024-03-14T09:52:47.178" v="729" actId="478"/>
          <ac:cxnSpMkLst>
            <pc:docMk/>
            <pc:sldMk cId="318117767" sldId="264"/>
            <ac:cxnSpMk id="6" creationId="{AB442DE0-BB98-D10D-2B40-C05C9CB73A79}"/>
          </ac:cxnSpMkLst>
        </pc:cxnChg>
        <pc:cxnChg chg="add mod">
          <ac:chgData name="Koli, Kritika EX1" userId="1c8c4374-6798-4ce5-81da-73202fe3f38b" providerId="ADAL" clId="{AA29A03A-77C2-489D-842E-7DA1983E5898}" dt="2024-03-14T09:52:42.332" v="728" actId="1076"/>
          <ac:cxnSpMkLst>
            <pc:docMk/>
            <pc:sldMk cId="318117767" sldId="264"/>
            <ac:cxnSpMk id="7" creationId="{960AB330-A579-71BA-D3A3-C51848B1893A}"/>
          </ac:cxnSpMkLst>
        </pc:cxnChg>
        <pc:cxnChg chg="add mod">
          <ac:chgData name="Koli, Kritika EX1" userId="1c8c4374-6798-4ce5-81da-73202fe3f38b" providerId="ADAL" clId="{AA29A03A-77C2-489D-842E-7DA1983E5898}" dt="2024-03-14T09:54:23.219" v="741" actId="1076"/>
          <ac:cxnSpMkLst>
            <pc:docMk/>
            <pc:sldMk cId="318117767" sldId="264"/>
            <ac:cxnSpMk id="8" creationId="{49F47B10-678A-4220-45A4-99EE9DC82325}"/>
          </ac:cxnSpMkLst>
        </pc:cxnChg>
        <pc:cxnChg chg="del">
          <ac:chgData name="Koli, Kritika EX1" userId="1c8c4374-6798-4ce5-81da-73202fe3f38b" providerId="ADAL" clId="{AA29A03A-77C2-489D-842E-7DA1983E5898}" dt="2024-03-14T09:54:24.740" v="742" actId="478"/>
          <ac:cxnSpMkLst>
            <pc:docMk/>
            <pc:sldMk cId="318117767" sldId="264"/>
            <ac:cxnSpMk id="11" creationId="{40AC6928-B75A-5292-A323-027FC0049023}"/>
          </ac:cxnSpMkLst>
        </pc:cxnChg>
      </pc:sldChg>
      <pc:sldChg chg="delSp del mod">
        <pc:chgData name="Koli, Kritika EX1" userId="1c8c4374-6798-4ce5-81da-73202fe3f38b" providerId="ADAL" clId="{AA29A03A-77C2-489D-842E-7DA1983E5898}" dt="2024-03-14T13:04:58.990" v="2365" actId="47"/>
        <pc:sldMkLst>
          <pc:docMk/>
          <pc:sldMk cId="470248649" sldId="265"/>
        </pc:sldMkLst>
        <pc:spChg chg="del">
          <ac:chgData name="Koli, Kritika EX1" userId="1c8c4374-6798-4ce5-81da-73202fe3f38b" providerId="ADAL" clId="{AA29A03A-77C2-489D-842E-7DA1983E5898}" dt="2024-03-14T09:08:37.302" v="207" actId="478"/>
          <ac:spMkLst>
            <pc:docMk/>
            <pc:sldMk cId="470248649" sldId="265"/>
            <ac:spMk id="5" creationId="{3BF76C33-6377-B152-13A9-F9D3549FBB16}"/>
          </ac:spMkLst>
        </pc:spChg>
      </pc:sldChg>
      <pc:sldChg chg="addSp delSp modSp mod ord">
        <pc:chgData name="Koli, Kritika EX1" userId="1c8c4374-6798-4ce5-81da-73202fe3f38b" providerId="ADAL" clId="{AA29A03A-77C2-489D-842E-7DA1983E5898}" dt="2024-03-14T13:07:35.628" v="2442" actId="1038"/>
        <pc:sldMkLst>
          <pc:docMk/>
          <pc:sldMk cId="1735414347" sldId="267"/>
        </pc:sldMkLst>
        <pc:spChg chg="del">
          <ac:chgData name="Koli, Kritika EX1" userId="1c8c4374-6798-4ce5-81da-73202fe3f38b" providerId="ADAL" clId="{AA29A03A-77C2-489D-842E-7DA1983E5898}" dt="2024-03-14T09:08:34.973" v="206" actId="478"/>
          <ac:spMkLst>
            <pc:docMk/>
            <pc:sldMk cId="1735414347" sldId="267"/>
            <ac:spMk id="3" creationId="{4C5842BB-0B8F-0136-6767-9C1A2F70B826}"/>
          </ac:spMkLst>
        </pc:spChg>
        <pc:spChg chg="del">
          <ac:chgData name="Koli, Kritika EX1" userId="1c8c4374-6798-4ce5-81da-73202fe3f38b" providerId="ADAL" clId="{AA29A03A-77C2-489D-842E-7DA1983E5898}" dt="2024-03-14T13:05:39.064" v="2374" actId="478"/>
          <ac:spMkLst>
            <pc:docMk/>
            <pc:sldMk cId="1735414347" sldId="267"/>
            <ac:spMk id="4" creationId="{61277FA7-862F-12D9-1990-C0D6DC141E1B}"/>
          </ac:spMkLst>
        </pc:spChg>
        <pc:spChg chg="add del mod">
          <ac:chgData name="Koli, Kritika EX1" userId="1c8c4374-6798-4ce5-81da-73202fe3f38b" providerId="ADAL" clId="{AA29A03A-77C2-489D-842E-7DA1983E5898}" dt="2024-03-14T13:06:20.867" v="2382" actId="478"/>
          <ac:spMkLst>
            <pc:docMk/>
            <pc:sldMk cId="1735414347" sldId="267"/>
            <ac:spMk id="6" creationId="{8CA6BA33-3FF2-DA19-42E5-00008415C27E}"/>
          </ac:spMkLst>
        </pc:spChg>
        <pc:spChg chg="add del mod">
          <ac:chgData name="Koli, Kritika EX1" userId="1c8c4374-6798-4ce5-81da-73202fe3f38b" providerId="ADAL" clId="{AA29A03A-77C2-489D-842E-7DA1983E5898}" dt="2024-03-14T13:06:20.867" v="2382" actId="478"/>
          <ac:spMkLst>
            <pc:docMk/>
            <pc:sldMk cId="1735414347" sldId="267"/>
            <ac:spMk id="7" creationId="{CEA588B7-4DBB-9F3E-E0DF-19521F74436A}"/>
          </ac:spMkLst>
        </pc:spChg>
        <pc:spChg chg="add mod">
          <ac:chgData name="Koli, Kritika EX1" userId="1c8c4374-6798-4ce5-81da-73202fe3f38b" providerId="ADAL" clId="{AA29A03A-77C2-489D-842E-7DA1983E5898}" dt="2024-03-14T13:06:35.451" v="2386" actId="1076"/>
          <ac:spMkLst>
            <pc:docMk/>
            <pc:sldMk cId="1735414347" sldId="267"/>
            <ac:spMk id="9" creationId="{DE0D395A-5353-0F97-1235-13F3441012E1}"/>
          </ac:spMkLst>
        </pc:spChg>
        <pc:spChg chg="add mod">
          <ac:chgData name="Koli, Kritika EX1" userId="1c8c4374-6798-4ce5-81da-73202fe3f38b" providerId="ADAL" clId="{AA29A03A-77C2-489D-842E-7DA1983E5898}" dt="2024-03-14T13:06:54.847" v="2391" actId="14100"/>
          <ac:spMkLst>
            <pc:docMk/>
            <pc:sldMk cId="1735414347" sldId="267"/>
            <ac:spMk id="11" creationId="{2004B051-EC26-8BBF-BA81-D0E6C990B8C2}"/>
          </ac:spMkLst>
        </pc:spChg>
        <pc:spChg chg="add mod">
          <ac:chgData name="Koli, Kritika EX1" userId="1c8c4374-6798-4ce5-81da-73202fe3f38b" providerId="ADAL" clId="{AA29A03A-77C2-489D-842E-7DA1983E5898}" dt="2024-03-14T13:07:35.628" v="2442" actId="1038"/>
          <ac:spMkLst>
            <pc:docMk/>
            <pc:sldMk cId="1735414347" sldId="267"/>
            <ac:spMk id="12" creationId="{E8548880-3238-21DB-EFD8-76CC8C350C03}"/>
          </ac:spMkLst>
        </pc:spChg>
        <pc:spChg chg="add mod">
          <ac:chgData name="Koli, Kritika EX1" userId="1c8c4374-6798-4ce5-81da-73202fe3f38b" providerId="ADAL" clId="{AA29A03A-77C2-489D-842E-7DA1983E5898}" dt="2024-03-14T13:07:20.310" v="2428" actId="1076"/>
          <ac:spMkLst>
            <pc:docMk/>
            <pc:sldMk cId="1735414347" sldId="267"/>
            <ac:spMk id="14" creationId="{A09930AF-7AB7-AD94-6E14-759DDC6BE583}"/>
          </ac:spMkLst>
        </pc:spChg>
        <pc:picChg chg="mod modCrop">
          <ac:chgData name="Koli, Kritika EX1" userId="1c8c4374-6798-4ce5-81da-73202fe3f38b" providerId="ADAL" clId="{AA29A03A-77C2-489D-842E-7DA1983E5898}" dt="2024-03-14T13:05:55.645" v="2378" actId="14100"/>
          <ac:picMkLst>
            <pc:docMk/>
            <pc:sldMk cId="1735414347" sldId="267"/>
            <ac:picMk id="2" creationId="{8AC45816-0EA8-11F6-6EDE-339209DA241D}"/>
          </ac:picMkLst>
        </pc:picChg>
        <pc:picChg chg="add del mod">
          <ac:chgData name="Koli, Kritika EX1" userId="1c8c4374-6798-4ce5-81da-73202fe3f38b" providerId="ADAL" clId="{AA29A03A-77C2-489D-842E-7DA1983E5898}" dt="2024-03-14T13:06:20.867" v="2382" actId="478"/>
          <ac:picMkLst>
            <pc:docMk/>
            <pc:sldMk cId="1735414347" sldId="267"/>
            <ac:picMk id="5" creationId="{5BAA0FE6-9A62-873A-3312-D985C6A17E4A}"/>
          </ac:picMkLst>
        </pc:picChg>
        <pc:picChg chg="add del mod">
          <ac:chgData name="Koli, Kritika EX1" userId="1c8c4374-6798-4ce5-81da-73202fe3f38b" providerId="ADAL" clId="{AA29A03A-77C2-489D-842E-7DA1983E5898}" dt="2024-03-14T13:07:30.227" v="2431" actId="478"/>
          <ac:picMkLst>
            <pc:docMk/>
            <pc:sldMk cId="1735414347" sldId="267"/>
            <ac:picMk id="15" creationId="{38777563-5F7A-D5AB-4198-AB0C27B8718A}"/>
          </ac:picMkLst>
        </pc:picChg>
        <pc:cxnChg chg="add del mod">
          <ac:chgData name="Koli, Kritika EX1" userId="1c8c4374-6798-4ce5-81da-73202fe3f38b" providerId="ADAL" clId="{AA29A03A-77C2-489D-842E-7DA1983E5898}" dt="2024-03-14T13:06:20.867" v="2382" actId="478"/>
          <ac:cxnSpMkLst>
            <pc:docMk/>
            <pc:sldMk cId="1735414347" sldId="267"/>
            <ac:cxnSpMk id="8" creationId="{D78D535F-DBE0-77F1-C896-F57087E96080}"/>
          </ac:cxnSpMkLst>
        </pc:cxnChg>
        <pc:cxnChg chg="add mod">
          <ac:chgData name="Koli, Kritika EX1" userId="1c8c4374-6798-4ce5-81da-73202fe3f38b" providerId="ADAL" clId="{AA29A03A-77C2-489D-842E-7DA1983E5898}" dt="2024-03-14T13:06:44.458" v="2388" actId="1076"/>
          <ac:cxnSpMkLst>
            <pc:docMk/>
            <pc:sldMk cId="1735414347" sldId="267"/>
            <ac:cxnSpMk id="10" creationId="{7C323665-F107-4CF8-7E0F-50C2B33B0A87}"/>
          </ac:cxnSpMkLst>
        </pc:cxnChg>
        <pc:cxnChg chg="add mod">
          <ac:chgData name="Koli, Kritika EX1" userId="1c8c4374-6798-4ce5-81da-73202fe3f38b" providerId="ADAL" clId="{AA29A03A-77C2-489D-842E-7DA1983E5898}" dt="2024-03-14T13:07:33.656" v="2438" actId="1038"/>
          <ac:cxnSpMkLst>
            <pc:docMk/>
            <pc:sldMk cId="1735414347" sldId="267"/>
            <ac:cxnSpMk id="13" creationId="{A9D86B15-7344-06A7-19E1-6C64A8B54EF1}"/>
          </ac:cxnSpMkLst>
        </pc:cxnChg>
      </pc:sldChg>
      <pc:sldChg chg="delSp del mod">
        <pc:chgData name="Koli, Kritika EX1" userId="1c8c4374-6798-4ce5-81da-73202fe3f38b" providerId="ADAL" clId="{AA29A03A-77C2-489D-842E-7DA1983E5898}" dt="2024-03-14T13:08:13.821" v="2445" actId="47"/>
        <pc:sldMkLst>
          <pc:docMk/>
          <pc:sldMk cId="2188403428" sldId="268"/>
        </pc:sldMkLst>
        <pc:spChg chg="del">
          <ac:chgData name="Koli, Kritika EX1" userId="1c8c4374-6798-4ce5-81da-73202fe3f38b" providerId="ADAL" clId="{AA29A03A-77C2-489D-842E-7DA1983E5898}" dt="2024-03-14T09:08:30.845" v="205" actId="478"/>
          <ac:spMkLst>
            <pc:docMk/>
            <pc:sldMk cId="2188403428" sldId="268"/>
            <ac:spMk id="4" creationId="{A02AA34C-C818-D9FA-AC93-7A62CA486B0E}"/>
          </ac:spMkLst>
        </pc:spChg>
      </pc:sldChg>
      <pc:sldChg chg="delSp del mod">
        <pc:chgData name="Koli, Kritika EX1" userId="1c8c4374-6798-4ce5-81da-73202fe3f38b" providerId="ADAL" clId="{AA29A03A-77C2-489D-842E-7DA1983E5898}" dt="2024-03-14T13:08:14.844" v="2446" actId="47"/>
        <pc:sldMkLst>
          <pc:docMk/>
          <pc:sldMk cId="2325938954" sldId="269"/>
        </pc:sldMkLst>
        <pc:spChg chg="del">
          <ac:chgData name="Koli, Kritika EX1" userId="1c8c4374-6798-4ce5-81da-73202fe3f38b" providerId="ADAL" clId="{AA29A03A-77C2-489D-842E-7DA1983E5898}" dt="2024-03-14T09:08:28.823" v="204" actId="478"/>
          <ac:spMkLst>
            <pc:docMk/>
            <pc:sldMk cId="2325938954" sldId="269"/>
            <ac:spMk id="3" creationId="{A46931DB-0B3F-914E-C539-1629BF8F557B}"/>
          </ac:spMkLst>
        </pc:spChg>
      </pc:sldChg>
      <pc:sldChg chg="delSp del mod">
        <pc:chgData name="Koli, Kritika EX1" userId="1c8c4374-6798-4ce5-81da-73202fe3f38b" providerId="ADAL" clId="{AA29A03A-77C2-489D-842E-7DA1983E5898}" dt="2024-03-14T13:08:15.461" v="2447" actId="47"/>
        <pc:sldMkLst>
          <pc:docMk/>
          <pc:sldMk cId="1375543878" sldId="270"/>
        </pc:sldMkLst>
        <pc:spChg chg="del">
          <ac:chgData name="Koli, Kritika EX1" userId="1c8c4374-6798-4ce5-81da-73202fe3f38b" providerId="ADAL" clId="{AA29A03A-77C2-489D-842E-7DA1983E5898}" dt="2024-03-14T09:08:26.338" v="203" actId="478"/>
          <ac:spMkLst>
            <pc:docMk/>
            <pc:sldMk cId="1375543878" sldId="270"/>
            <ac:spMk id="3" creationId="{2B072B40-269B-2050-436A-E5C6DFA60D53}"/>
          </ac:spMkLst>
        </pc:spChg>
      </pc:sldChg>
      <pc:sldChg chg="delSp del mod">
        <pc:chgData name="Koli, Kritika EX1" userId="1c8c4374-6798-4ce5-81da-73202fe3f38b" providerId="ADAL" clId="{AA29A03A-77C2-489D-842E-7DA1983E5898}" dt="2024-03-14T13:08:16.108" v="2448" actId="47"/>
        <pc:sldMkLst>
          <pc:docMk/>
          <pc:sldMk cId="1264398174" sldId="271"/>
        </pc:sldMkLst>
        <pc:spChg chg="del">
          <ac:chgData name="Koli, Kritika EX1" userId="1c8c4374-6798-4ce5-81da-73202fe3f38b" providerId="ADAL" clId="{AA29A03A-77C2-489D-842E-7DA1983E5898}" dt="2024-03-14T09:08:24.213" v="202" actId="478"/>
          <ac:spMkLst>
            <pc:docMk/>
            <pc:sldMk cId="1264398174" sldId="271"/>
            <ac:spMk id="4" creationId="{631AF189-8FC9-8D05-BF33-4631D239C016}"/>
          </ac:spMkLst>
        </pc:spChg>
      </pc:sldChg>
      <pc:sldChg chg="delSp del mod">
        <pc:chgData name="Koli, Kritika EX1" userId="1c8c4374-6798-4ce5-81da-73202fe3f38b" providerId="ADAL" clId="{AA29A03A-77C2-489D-842E-7DA1983E5898}" dt="2024-03-14T13:08:17.741" v="2449" actId="47"/>
        <pc:sldMkLst>
          <pc:docMk/>
          <pc:sldMk cId="2477221328" sldId="272"/>
        </pc:sldMkLst>
        <pc:spChg chg="del">
          <ac:chgData name="Koli, Kritika EX1" userId="1c8c4374-6798-4ce5-81da-73202fe3f38b" providerId="ADAL" clId="{AA29A03A-77C2-489D-842E-7DA1983E5898}" dt="2024-03-14T09:08:21.832" v="201" actId="478"/>
          <ac:spMkLst>
            <pc:docMk/>
            <pc:sldMk cId="2477221328" sldId="272"/>
            <ac:spMk id="4" creationId="{A4E71018-FBD8-A98F-2F98-67D2901C48A9}"/>
          </ac:spMkLst>
        </pc:spChg>
      </pc:sldChg>
      <pc:sldChg chg="delSp del mod">
        <pc:chgData name="Koli, Kritika EX1" userId="1c8c4374-6798-4ce5-81da-73202fe3f38b" providerId="ADAL" clId="{AA29A03A-77C2-489D-842E-7DA1983E5898}" dt="2024-03-14T13:08:18.390" v="2450" actId="47"/>
        <pc:sldMkLst>
          <pc:docMk/>
          <pc:sldMk cId="3296330690" sldId="273"/>
        </pc:sldMkLst>
        <pc:spChg chg="del">
          <ac:chgData name="Koli, Kritika EX1" userId="1c8c4374-6798-4ce5-81da-73202fe3f38b" providerId="ADAL" clId="{AA29A03A-77C2-489D-842E-7DA1983E5898}" dt="2024-03-14T09:08:19.207" v="200" actId="478"/>
          <ac:spMkLst>
            <pc:docMk/>
            <pc:sldMk cId="3296330690" sldId="273"/>
            <ac:spMk id="4" creationId="{F619A5D4-38A2-B023-58CB-199DEAE561ED}"/>
          </ac:spMkLst>
        </pc:spChg>
      </pc:sldChg>
      <pc:sldChg chg="delSp del mod">
        <pc:chgData name="Koli, Kritika EX1" userId="1c8c4374-6798-4ce5-81da-73202fe3f38b" providerId="ADAL" clId="{AA29A03A-77C2-489D-842E-7DA1983E5898}" dt="2024-03-14T13:08:18.960" v="2451" actId="47"/>
        <pc:sldMkLst>
          <pc:docMk/>
          <pc:sldMk cId="211266613" sldId="274"/>
        </pc:sldMkLst>
        <pc:spChg chg="del">
          <ac:chgData name="Koli, Kritika EX1" userId="1c8c4374-6798-4ce5-81da-73202fe3f38b" providerId="ADAL" clId="{AA29A03A-77C2-489D-842E-7DA1983E5898}" dt="2024-03-14T09:08:16.240" v="199" actId="478"/>
          <ac:spMkLst>
            <pc:docMk/>
            <pc:sldMk cId="211266613" sldId="274"/>
            <ac:spMk id="4" creationId="{9635122A-E66A-006E-6C48-A3762FA6CD71}"/>
          </ac:spMkLst>
        </pc:spChg>
      </pc:sldChg>
      <pc:sldChg chg="delSp add del mod">
        <pc:chgData name="Koli, Kritika EX1" userId="1c8c4374-6798-4ce5-81da-73202fe3f38b" providerId="ADAL" clId="{AA29A03A-77C2-489D-842E-7DA1983E5898}" dt="2024-03-14T13:08:53.720" v="2456" actId="2696"/>
        <pc:sldMkLst>
          <pc:docMk/>
          <pc:sldMk cId="1722848971" sldId="275"/>
        </pc:sldMkLst>
        <pc:spChg chg="del">
          <ac:chgData name="Koli, Kritika EX1" userId="1c8c4374-6798-4ce5-81da-73202fe3f38b" providerId="ADAL" clId="{AA29A03A-77C2-489D-842E-7DA1983E5898}" dt="2024-03-14T09:08:14.124" v="198" actId="478"/>
          <ac:spMkLst>
            <pc:docMk/>
            <pc:sldMk cId="1722848971" sldId="275"/>
            <ac:spMk id="5" creationId="{1BBDD541-60DD-3A6E-577C-2F6AF526FD5D}"/>
          </ac:spMkLst>
        </pc:spChg>
      </pc:sldChg>
      <pc:sldChg chg="modSp add mod">
        <pc:chgData name="Koli, Kritika EX1" userId="1c8c4374-6798-4ce5-81da-73202fe3f38b" providerId="ADAL" clId="{AA29A03A-77C2-489D-842E-7DA1983E5898}" dt="2024-03-14T13:09:40.275" v="2468" actId="14100"/>
        <pc:sldMkLst>
          <pc:docMk/>
          <pc:sldMk cId="2843762447" sldId="275"/>
        </pc:sldMkLst>
        <pc:spChg chg="mod">
          <ac:chgData name="Koli, Kritika EX1" userId="1c8c4374-6798-4ce5-81da-73202fe3f38b" providerId="ADAL" clId="{AA29A03A-77C2-489D-842E-7DA1983E5898}" dt="2024-03-14T13:09:40.275" v="2468" actId="14100"/>
          <ac:spMkLst>
            <pc:docMk/>
            <pc:sldMk cId="2843762447" sldId="275"/>
            <ac:spMk id="4" creationId="{979EC4D5-8D20-FC86-FFB2-A8822F81A5A9}"/>
          </ac:spMkLst>
        </pc:spChg>
        <pc:picChg chg="mod">
          <ac:chgData name="Koli, Kritika EX1" userId="1c8c4374-6798-4ce5-81da-73202fe3f38b" providerId="ADAL" clId="{AA29A03A-77C2-489D-842E-7DA1983E5898}" dt="2024-03-14T13:09:30.278" v="2465" actId="14100"/>
          <ac:picMkLst>
            <pc:docMk/>
            <pc:sldMk cId="2843762447" sldId="275"/>
            <ac:picMk id="2" creationId="{312CDAF4-9CED-E535-CAC9-13E3FFC8F9E8}"/>
          </ac:picMkLst>
        </pc:picChg>
      </pc:sldChg>
      <pc:sldChg chg="delSp add del mod">
        <pc:chgData name="Koli, Kritika EX1" userId="1c8c4374-6798-4ce5-81da-73202fe3f38b" providerId="ADAL" clId="{AA29A03A-77C2-489D-842E-7DA1983E5898}" dt="2024-03-14T13:08:53.720" v="2456" actId="2696"/>
        <pc:sldMkLst>
          <pc:docMk/>
          <pc:sldMk cId="110010673" sldId="276"/>
        </pc:sldMkLst>
        <pc:spChg chg="del">
          <ac:chgData name="Koli, Kritika EX1" userId="1c8c4374-6798-4ce5-81da-73202fe3f38b" providerId="ADAL" clId="{AA29A03A-77C2-489D-842E-7DA1983E5898}" dt="2024-03-14T09:08:10.675" v="197" actId="478"/>
          <ac:spMkLst>
            <pc:docMk/>
            <pc:sldMk cId="110010673" sldId="276"/>
            <ac:spMk id="4" creationId="{4D34FF71-0E2B-69AB-51EE-4187A28F07A4}"/>
          </ac:spMkLst>
        </pc:spChg>
      </pc:sldChg>
      <pc:sldChg chg="modSp add mod">
        <pc:chgData name="Koli, Kritika EX1" userId="1c8c4374-6798-4ce5-81da-73202fe3f38b" providerId="ADAL" clId="{AA29A03A-77C2-489D-842E-7DA1983E5898}" dt="2024-03-14T13:09:21.440" v="2463" actId="14100"/>
        <pc:sldMkLst>
          <pc:docMk/>
          <pc:sldMk cId="2067504113" sldId="276"/>
        </pc:sldMkLst>
        <pc:spChg chg="mod">
          <ac:chgData name="Koli, Kritika EX1" userId="1c8c4374-6798-4ce5-81da-73202fe3f38b" providerId="ADAL" clId="{AA29A03A-77C2-489D-842E-7DA1983E5898}" dt="2024-03-14T13:09:21.440" v="2463" actId="14100"/>
          <ac:spMkLst>
            <pc:docMk/>
            <pc:sldMk cId="2067504113" sldId="276"/>
            <ac:spMk id="3" creationId="{C6AD2592-E91D-7965-AB80-69626C4A317E}"/>
          </ac:spMkLst>
        </pc:spChg>
        <pc:picChg chg="mod">
          <ac:chgData name="Koli, Kritika EX1" userId="1c8c4374-6798-4ce5-81da-73202fe3f38b" providerId="ADAL" clId="{AA29A03A-77C2-489D-842E-7DA1983E5898}" dt="2024-03-14T13:09:13.826" v="2460" actId="14100"/>
          <ac:picMkLst>
            <pc:docMk/>
            <pc:sldMk cId="2067504113" sldId="276"/>
            <ac:picMk id="2" creationId="{1D66111C-6E6E-DC06-8221-4900410E47BA}"/>
          </ac:picMkLst>
        </pc:picChg>
      </pc:sldChg>
      <pc:sldChg chg="delSp del mod">
        <pc:chgData name="Koli, Kritika EX1" userId="1c8c4374-6798-4ce5-81da-73202fe3f38b" providerId="ADAL" clId="{AA29A03A-77C2-489D-842E-7DA1983E5898}" dt="2024-03-14T13:09:52.077" v="2469" actId="47"/>
        <pc:sldMkLst>
          <pc:docMk/>
          <pc:sldMk cId="3445919983" sldId="277"/>
        </pc:sldMkLst>
        <pc:spChg chg="del">
          <ac:chgData name="Koli, Kritika EX1" userId="1c8c4374-6798-4ce5-81da-73202fe3f38b" providerId="ADAL" clId="{AA29A03A-77C2-489D-842E-7DA1983E5898}" dt="2024-03-14T09:08:05.436" v="196" actId="478"/>
          <ac:spMkLst>
            <pc:docMk/>
            <pc:sldMk cId="3445919983" sldId="277"/>
            <ac:spMk id="4" creationId="{218B13DC-E124-D136-4B44-E170F81B0F8F}"/>
          </ac:spMkLst>
        </pc:spChg>
      </pc:sldChg>
      <pc:sldChg chg="addSp delSp modSp add del mod ord">
        <pc:chgData name="Koli, Kritika EX1" userId="1c8c4374-6798-4ce5-81da-73202fe3f38b" providerId="ADAL" clId="{AA29A03A-77C2-489D-842E-7DA1983E5898}" dt="2024-03-14T13:12:18.209" v="2525" actId="6549"/>
        <pc:sldMkLst>
          <pc:docMk/>
          <pc:sldMk cId="667724453" sldId="279"/>
        </pc:sldMkLst>
        <pc:spChg chg="mod">
          <ac:chgData name="Koli, Kritika EX1" userId="1c8c4374-6798-4ce5-81da-73202fe3f38b" providerId="ADAL" clId="{AA29A03A-77C2-489D-842E-7DA1983E5898}" dt="2024-03-14T13:11:27.757" v="2491" actId="1076"/>
          <ac:spMkLst>
            <pc:docMk/>
            <pc:sldMk cId="667724453" sldId="279"/>
            <ac:spMk id="3" creationId="{668881FB-5830-AD54-BBDA-BA1F4F81469F}"/>
          </ac:spMkLst>
        </pc:spChg>
        <pc:spChg chg="del">
          <ac:chgData name="Koli, Kritika EX1" userId="1c8c4374-6798-4ce5-81da-73202fe3f38b" providerId="ADAL" clId="{AA29A03A-77C2-489D-842E-7DA1983E5898}" dt="2024-03-14T09:08:02.357" v="195" actId="478"/>
          <ac:spMkLst>
            <pc:docMk/>
            <pc:sldMk cId="667724453" sldId="279"/>
            <ac:spMk id="4" creationId="{8B5F15E6-D2A3-16B2-A5F0-C939DEED09D3}"/>
          </ac:spMkLst>
        </pc:spChg>
        <pc:spChg chg="add mod">
          <ac:chgData name="Koli, Kritika EX1" userId="1c8c4374-6798-4ce5-81da-73202fe3f38b" providerId="ADAL" clId="{AA29A03A-77C2-489D-842E-7DA1983E5898}" dt="2024-03-14T13:11:40.571" v="2495" actId="1076"/>
          <ac:spMkLst>
            <pc:docMk/>
            <pc:sldMk cId="667724453" sldId="279"/>
            <ac:spMk id="5" creationId="{8368FF38-7412-B0C4-68E9-3BD0755714BB}"/>
          </ac:spMkLst>
        </pc:spChg>
        <pc:spChg chg="add mod">
          <ac:chgData name="Koli, Kritika EX1" userId="1c8c4374-6798-4ce5-81da-73202fe3f38b" providerId="ADAL" clId="{AA29A03A-77C2-489D-842E-7DA1983E5898}" dt="2024-03-14T13:11:34.122" v="2493" actId="1076"/>
          <ac:spMkLst>
            <pc:docMk/>
            <pc:sldMk cId="667724453" sldId="279"/>
            <ac:spMk id="6" creationId="{A29323B0-694D-1C9F-7D7C-368F4B5E6746}"/>
          </ac:spMkLst>
        </pc:spChg>
        <pc:spChg chg="add mod">
          <ac:chgData name="Koli, Kritika EX1" userId="1c8c4374-6798-4ce5-81da-73202fe3f38b" providerId="ADAL" clId="{AA29A03A-77C2-489D-842E-7DA1983E5898}" dt="2024-03-14T13:12:18.209" v="2525" actId="6549"/>
          <ac:spMkLst>
            <pc:docMk/>
            <pc:sldMk cId="667724453" sldId="279"/>
            <ac:spMk id="9" creationId="{FA6FD033-B5AF-0F4B-9EFF-A50DD0921422}"/>
          </ac:spMkLst>
        </pc:spChg>
        <pc:picChg chg="mod">
          <ac:chgData name="Koli, Kritika EX1" userId="1c8c4374-6798-4ce5-81da-73202fe3f38b" providerId="ADAL" clId="{AA29A03A-77C2-489D-842E-7DA1983E5898}" dt="2024-03-14T13:11:23.708" v="2490" actId="14100"/>
          <ac:picMkLst>
            <pc:docMk/>
            <pc:sldMk cId="667724453" sldId="279"/>
            <ac:picMk id="2" creationId="{3617A8E5-8474-5E0B-234F-FEC2BD55A62C}"/>
          </ac:picMkLst>
        </pc:picChg>
        <pc:cxnChg chg="add mod">
          <ac:chgData name="Koli, Kritika EX1" userId="1c8c4374-6798-4ce5-81da-73202fe3f38b" providerId="ADAL" clId="{AA29A03A-77C2-489D-842E-7DA1983E5898}" dt="2024-03-14T13:11:36.742" v="2494" actId="1076"/>
          <ac:cxnSpMkLst>
            <pc:docMk/>
            <pc:sldMk cId="667724453" sldId="279"/>
            <ac:cxnSpMk id="7" creationId="{862C710D-64AD-CF1E-44F6-C8CEADCD8362}"/>
          </ac:cxnSpMkLst>
        </pc:cxnChg>
        <pc:cxnChg chg="add mod">
          <ac:chgData name="Koli, Kritika EX1" userId="1c8c4374-6798-4ce5-81da-73202fe3f38b" providerId="ADAL" clId="{AA29A03A-77C2-489D-842E-7DA1983E5898}" dt="2024-03-14T13:11:30.593" v="2492" actId="1076"/>
          <ac:cxnSpMkLst>
            <pc:docMk/>
            <pc:sldMk cId="667724453" sldId="279"/>
            <ac:cxnSpMk id="8" creationId="{D34A4C1D-88E7-3B20-38B3-5D089B307ED6}"/>
          </ac:cxnSpMkLst>
        </pc:cxnChg>
      </pc:sldChg>
      <pc:sldChg chg="delSp del mod">
        <pc:chgData name="Koli, Kritika EX1" userId="1c8c4374-6798-4ce5-81da-73202fe3f38b" providerId="ADAL" clId="{AA29A03A-77C2-489D-842E-7DA1983E5898}" dt="2024-03-14T13:13:50.662" v="2547" actId="47"/>
        <pc:sldMkLst>
          <pc:docMk/>
          <pc:sldMk cId="2262286022" sldId="280"/>
        </pc:sldMkLst>
        <pc:spChg chg="del">
          <ac:chgData name="Koli, Kritika EX1" userId="1c8c4374-6798-4ce5-81da-73202fe3f38b" providerId="ADAL" clId="{AA29A03A-77C2-489D-842E-7DA1983E5898}" dt="2024-03-14T09:07:58.604" v="194" actId="478"/>
          <ac:spMkLst>
            <pc:docMk/>
            <pc:sldMk cId="2262286022" sldId="280"/>
            <ac:spMk id="3" creationId="{6AD3B3AB-6A2D-3909-C136-D8CE2F2F7F0D}"/>
          </ac:spMkLst>
        </pc:spChg>
      </pc:sldChg>
      <pc:sldChg chg="addSp delSp modSp mod ord">
        <pc:chgData name="Koli, Kritika EX1" userId="1c8c4374-6798-4ce5-81da-73202fe3f38b" providerId="ADAL" clId="{AA29A03A-77C2-489D-842E-7DA1983E5898}" dt="2024-03-14T13:13:35.725" v="2545" actId="1076"/>
        <pc:sldMkLst>
          <pc:docMk/>
          <pc:sldMk cId="1765317974" sldId="281"/>
        </pc:sldMkLst>
        <pc:spChg chg="mod">
          <ac:chgData name="Koli, Kritika EX1" userId="1c8c4374-6798-4ce5-81da-73202fe3f38b" providerId="ADAL" clId="{AA29A03A-77C2-489D-842E-7DA1983E5898}" dt="2024-03-14T13:13:09.056" v="2537" actId="14100"/>
          <ac:spMkLst>
            <pc:docMk/>
            <pc:sldMk cId="1765317974" sldId="281"/>
            <ac:spMk id="3" creationId="{4F5B2A2B-D531-F01C-5ACE-7F092CD96A83}"/>
          </ac:spMkLst>
        </pc:spChg>
        <pc:spChg chg="del">
          <ac:chgData name="Koli, Kritika EX1" userId="1c8c4374-6798-4ce5-81da-73202fe3f38b" providerId="ADAL" clId="{AA29A03A-77C2-489D-842E-7DA1983E5898}" dt="2024-03-14T09:07:52.740" v="193" actId="478"/>
          <ac:spMkLst>
            <pc:docMk/>
            <pc:sldMk cId="1765317974" sldId="281"/>
            <ac:spMk id="4" creationId="{910332FC-B1B4-6635-7E9A-C88EBB82DC6E}"/>
          </ac:spMkLst>
        </pc:spChg>
        <pc:spChg chg="add mod">
          <ac:chgData name="Koli, Kritika EX1" userId="1c8c4374-6798-4ce5-81da-73202fe3f38b" providerId="ADAL" clId="{AA29A03A-77C2-489D-842E-7DA1983E5898}" dt="2024-03-14T13:13:20.877" v="2542" actId="1076"/>
          <ac:spMkLst>
            <pc:docMk/>
            <pc:sldMk cId="1765317974" sldId="281"/>
            <ac:spMk id="5" creationId="{E1688C29-0E1B-8FD7-919F-1E73BDB9764C}"/>
          </ac:spMkLst>
        </pc:spChg>
        <pc:spChg chg="add mod">
          <ac:chgData name="Koli, Kritika EX1" userId="1c8c4374-6798-4ce5-81da-73202fe3f38b" providerId="ADAL" clId="{AA29A03A-77C2-489D-842E-7DA1983E5898}" dt="2024-03-14T13:13:13.536" v="2539" actId="1076"/>
          <ac:spMkLst>
            <pc:docMk/>
            <pc:sldMk cId="1765317974" sldId="281"/>
            <ac:spMk id="6" creationId="{1DA1A204-84A9-2993-F58C-D33AC4AC5592}"/>
          </ac:spMkLst>
        </pc:spChg>
        <pc:picChg chg="mod">
          <ac:chgData name="Koli, Kritika EX1" userId="1c8c4374-6798-4ce5-81da-73202fe3f38b" providerId="ADAL" clId="{AA29A03A-77C2-489D-842E-7DA1983E5898}" dt="2024-03-14T13:12:55.167" v="2535" actId="14100"/>
          <ac:picMkLst>
            <pc:docMk/>
            <pc:sldMk cId="1765317974" sldId="281"/>
            <ac:picMk id="2" creationId="{EBD33E5E-004D-344C-A413-F92AA46DDFA0}"/>
          </ac:picMkLst>
        </pc:picChg>
        <pc:picChg chg="add mod">
          <ac:chgData name="Koli, Kritika EX1" userId="1c8c4374-6798-4ce5-81da-73202fe3f38b" providerId="ADAL" clId="{AA29A03A-77C2-489D-842E-7DA1983E5898}" dt="2024-03-14T13:13:35.725" v="2545" actId="1076"/>
          <ac:picMkLst>
            <pc:docMk/>
            <pc:sldMk cId="1765317974" sldId="281"/>
            <ac:picMk id="9" creationId="{EA646A10-5E55-ED46-2517-7B19BE307158}"/>
          </ac:picMkLst>
        </pc:picChg>
        <pc:cxnChg chg="add mod">
          <ac:chgData name="Koli, Kritika EX1" userId="1c8c4374-6798-4ce5-81da-73202fe3f38b" providerId="ADAL" clId="{AA29A03A-77C2-489D-842E-7DA1983E5898}" dt="2024-03-14T13:13:18.089" v="2541" actId="14100"/>
          <ac:cxnSpMkLst>
            <pc:docMk/>
            <pc:sldMk cId="1765317974" sldId="281"/>
            <ac:cxnSpMk id="7" creationId="{27A333B8-EA6E-6152-3EEF-A0551B1053EC}"/>
          </ac:cxnSpMkLst>
        </pc:cxnChg>
      </pc:sldChg>
      <pc:sldChg chg="modSp del mod ord">
        <pc:chgData name="Koli, Kritika EX1" userId="1c8c4374-6798-4ce5-81da-73202fe3f38b" providerId="ADAL" clId="{AA29A03A-77C2-489D-842E-7DA1983E5898}" dt="2024-03-14T13:14:18.197" v="2561" actId="47"/>
        <pc:sldMkLst>
          <pc:docMk/>
          <pc:sldMk cId="2971175002" sldId="282"/>
        </pc:sldMkLst>
        <pc:spChg chg="mod">
          <ac:chgData name="Koli, Kritika EX1" userId="1c8c4374-6798-4ce5-81da-73202fe3f38b" providerId="ADAL" clId="{AA29A03A-77C2-489D-842E-7DA1983E5898}" dt="2024-03-14T13:14:15.064" v="2560" actId="20577"/>
          <ac:spMkLst>
            <pc:docMk/>
            <pc:sldMk cId="2971175002" sldId="282"/>
            <ac:spMk id="4" creationId="{D80D7B06-3F16-E360-D7B0-123F7EB5401F}"/>
          </ac:spMkLst>
        </pc:spChg>
      </pc:sldChg>
      <pc:sldChg chg="del">
        <pc:chgData name="Koli, Kritika EX1" userId="1c8c4374-6798-4ce5-81da-73202fe3f38b" providerId="ADAL" clId="{AA29A03A-77C2-489D-842E-7DA1983E5898}" dt="2024-03-14T13:14:22.039" v="2562" actId="47"/>
        <pc:sldMkLst>
          <pc:docMk/>
          <pc:sldMk cId="457787354" sldId="283"/>
        </pc:sldMkLst>
      </pc:sldChg>
      <pc:sldChg chg="modSp mod">
        <pc:chgData name="Koli, Kritika EX1" userId="1c8c4374-6798-4ce5-81da-73202fe3f38b" providerId="ADAL" clId="{AA29A03A-77C2-489D-842E-7DA1983E5898}" dt="2024-03-14T09:10:12.486" v="228" actId="20577"/>
        <pc:sldMkLst>
          <pc:docMk/>
          <pc:sldMk cId="1231209954" sldId="284"/>
        </pc:sldMkLst>
        <pc:spChg chg="mod">
          <ac:chgData name="Koli, Kritika EX1" userId="1c8c4374-6798-4ce5-81da-73202fe3f38b" providerId="ADAL" clId="{AA29A03A-77C2-489D-842E-7DA1983E5898}" dt="2024-03-14T07:31:11.745" v="2" actId="207"/>
          <ac:spMkLst>
            <pc:docMk/>
            <pc:sldMk cId="1231209954" sldId="284"/>
            <ac:spMk id="2" creationId="{B0F7DB15-891E-C0E8-386E-4A14D7363D74}"/>
          </ac:spMkLst>
        </pc:spChg>
        <pc:spChg chg="mod">
          <ac:chgData name="Koli, Kritika EX1" userId="1c8c4374-6798-4ce5-81da-73202fe3f38b" providerId="ADAL" clId="{AA29A03A-77C2-489D-842E-7DA1983E5898}" dt="2024-03-14T09:10:12.486" v="228" actId="20577"/>
          <ac:spMkLst>
            <pc:docMk/>
            <pc:sldMk cId="1231209954" sldId="284"/>
            <ac:spMk id="3" creationId="{83CD8C40-80F6-5BDC-A973-C7389D723437}"/>
          </ac:spMkLst>
        </pc:spChg>
      </pc:sldChg>
      <pc:sldChg chg="modSp new mod">
        <pc:chgData name="Koli, Kritika EX1" userId="1c8c4374-6798-4ce5-81da-73202fe3f38b" providerId="ADAL" clId="{AA29A03A-77C2-489D-842E-7DA1983E5898}" dt="2024-03-14T09:11:21.222" v="273" actId="114"/>
        <pc:sldMkLst>
          <pc:docMk/>
          <pc:sldMk cId="3750590622" sldId="285"/>
        </pc:sldMkLst>
        <pc:spChg chg="mod">
          <ac:chgData name="Koli, Kritika EX1" userId="1c8c4374-6798-4ce5-81da-73202fe3f38b" providerId="ADAL" clId="{AA29A03A-77C2-489D-842E-7DA1983E5898}" dt="2024-03-14T09:11:21.222" v="273" actId="114"/>
          <ac:spMkLst>
            <pc:docMk/>
            <pc:sldMk cId="3750590622" sldId="285"/>
            <ac:spMk id="2" creationId="{3A2F30BA-6A8F-FDC8-BFAB-B3FB1AF93158}"/>
          </ac:spMkLst>
        </pc:spChg>
      </pc:sldChg>
      <pc:sldChg chg="addSp delSp modSp new mod">
        <pc:chgData name="Koli, Kritika EX1" userId="1c8c4374-6798-4ce5-81da-73202fe3f38b" providerId="ADAL" clId="{AA29A03A-77C2-489D-842E-7DA1983E5898}" dt="2024-03-14T09:25:30.287" v="347" actId="21"/>
        <pc:sldMkLst>
          <pc:docMk/>
          <pc:sldMk cId="3033202222" sldId="286"/>
        </pc:sldMkLst>
        <pc:spChg chg="add mod">
          <ac:chgData name="Koli, Kritika EX1" userId="1c8c4374-6798-4ce5-81da-73202fe3f38b" providerId="ADAL" clId="{AA29A03A-77C2-489D-842E-7DA1983E5898}" dt="2024-03-14T09:14:07.559" v="299" actId="14100"/>
          <ac:spMkLst>
            <pc:docMk/>
            <pc:sldMk cId="3033202222" sldId="286"/>
            <ac:spMk id="4" creationId="{398BF092-02F6-1D97-9136-4A7236230179}"/>
          </ac:spMkLst>
        </pc:spChg>
        <pc:spChg chg="add mod">
          <ac:chgData name="Koli, Kritika EX1" userId="1c8c4374-6798-4ce5-81da-73202fe3f38b" providerId="ADAL" clId="{AA29A03A-77C2-489D-842E-7DA1983E5898}" dt="2024-03-14T09:15:43.074" v="310" actId="208"/>
          <ac:spMkLst>
            <pc:docMk/>
            <pc:sldMk cId="3033202222" sldId="286"/>
            <ac:spMk id="9" creationId="{FAEA2A3C-7D63-6753-6819-B1184297FCB7}"/>
          </ac:spMkLst>
        </pc:spChg>
        <pc:spChg chg="add del mod">
          <ac:chgData name="Koli, Kritika EX1" userId="1c8c4374-6798-4ce5-81da-73202fe3f38b" providerId="ADAL" clId="{AA29A03A-77C2-489D-842E-7DA1983E5898}" dt="2024-03-14T09:25:30.287" v="347" actId="21"/>
          <ac:spMkLst>
            <pc:docMk/>
            <pc:sldMk cId="3033202222" sldId="286"/>
            <ac:spMk id="10" creationId="{3764D51A-9A81-CD46-F095-1D40CEDDAADE}"/>
          </ac:spMkLst>
        </pc:spChg>
        <pc:picChg chg="add mod modCrop">
          <ac:chgData name="Koli, Kritika EX1" userId="1c8c4374-6798-4ce5-81da-73202fe3f38b" providerId="ADAL" clId="{AA29A03A-77C2-489D-842E-7DA1983E5898}" dt="2024-03-14T09:13:25.223" v="285" actId="14100"/>
          <ac:picMkLst>
            <pc:docMk/>
            <pc:sldMk cId="3033202222" sldId="286"/>
            <ac:picMk id="3" creationId="{349049E8-632D-A124-FD01-FA548888A736}"/>
          </ac:picMkLst>
        </pc:picChg>
        <pc:cxnChg chg="add mod">
          <ac:chgData name="Koli, Kritika EX1" userId="1c8c4374-6798-4ce5-81da-73202fe3f38b" providerId="ADAL" clId="{AA29A03A-77C2-489D-842E-7DA1983E5898}" dt="2024-03-14T09:14:58.810" v="304" actId="14100"/>
          <ac:cxnSpMkLst>
            <pc:docMk/>
            <pc:sldMk cId="3033202222" sldId="286"/>
            <ac:cxnSpMk id="5" creationId="{11EADBBA-8D3C-9C79-7919-71DE478253BC}"/>
          </ac:cxnSpMkLst>
        </pc:cxnChg>
      </pc:sldChg>
      <pc:sldChg chg="addSp modSp new del mod">
        <pc:chgData name="Koli, Kritika EX1" userId="1c8c4374-6798-4ce5-81da-73202fe3f38b" providerId="ADAL" clId="{AA29A03A-77C2-489D-842E-7DA1983E5898}" dt="2024-03-14T09:27:29.047" v="419" actId="47"/>
        <pc:sldMkLst>
          <pc:docMk/>
          <pc:sldMk cId="4064167473" sldId="287"/>
        </pc:sldMkLst>
        <pc:spChg chg="add mod">
          <ac:chgData name="Koli, Kritika EX1" userId="1c8c4374-6798-4ce5-81da-73202fe3f38b" providerId="ADAL" clId="{AA29A03A-77C2-489D-842E-7DA1983E5898}" dt="2024-03-14T09:27:00.491" v="361" actId="1076"/>
          <ac:spMkLst>
            <pc:docMk/>
            <pc:sldMk cId="4064167473" sldId="287"/>
            <ac:spMk id="4" creationId="{DD1679F1-671E-998A-3F08-9103DD38BDB0}"/>
          </ac:spMkLst>
        </pc:spChg>
        <pc:spChg chg="add mod">
          <ac:chgData name="Koli, Kritika EX1" userId="1c8c4374-6798-4ce5-81da-73202fe3f38b" providerId="ADAL" clId="{AA29A03A-77C2-489D-842E-7DA1983E5898}" dt="2024-03-14T09:27:05.904" v="362" actId="1076"/>
          <ac:spMkLst>
            <pc:docMk/>
            <pc:sldMk cId="4064167473" sldId="287"/>
            <ac:spMk id="5" creationId="{FAFF1671-82FA-4E72-CF54-978E45B20386}"/>
          </ac:spMkLst>
        </pc:spChg>
        <pc:picChg chg="add mod modCrop">
          <ac:chgData name="Koli, Kritika EX1" userId="1c8c4374-6798-4ce5-81da-73202fe3f38b" providerId="ADAL" clId="{AA29A03A-77C2-489D-842E-7DA1983E5898}" dt="2024-03-14T09:27:00.491" v="361" actId="1076"/>
          <ac:picMkLst>
            <pc:docMk/>
            <pc:sldMk cId="4064167473" sldId="287"/>
            <ac:picMk id="3" creationId="{32181288-062F-10DC-1A78-950C5EE749C8}"/>
          </ac:picMkLst>
        </pc:picChg>
        <pc:cxnChg chg="add mod">
          <ac:chgData name="Koli, Kritika EX1" userId="1c8c4374-6798-4ce5-81da-73202fe3f38b" providerId="ADAL" clId="{AA29A03A-77C2-489D-842E-7DA1983E5898}" dt="2024-03-14T09:27:00.491" v="361" actId="1076"/>
          <ac:cxnSpMkLst>
            <pc:docMk/>
            <pc:sldMk cId="4064167473" sldId="287"/>
            <ac:cxnSpMk id="6" creationId="{2FFE3E0A-1A87-E9A4-7DD4-C8A009B7C630}"/>
          </ac:cxnSpMkLst>
        </pc:cxnChg>
      </pc:sldChg>
      <pc:sldChg chg="addSp delSp modSp new mod">
        <pc:chgData name="Koli, Kritika EX1" userId="1c8c4374-6798-4ce5-81da-73202fe3f38b" providerId="ADAL" clId="{AA29A03A-77C2-489D-842E-7DA1983E5898}" dt="2024-03-14T13:01:27.829" v="2169" actId="21"/>
        <pc:sldMkLst>
          <pc:docMk/>
          <pc:sldMk cId="902772927" sldId="288"/>
        </pc:sldMkLst>
        <pc:spChg chg="add mod">
          <ac:chgData name="Koli, Kritika EX1" userId="1c8c4374-6798-4ce5-81da-73202fe3f38b" providerId="ADAL" clId="{AA29A03A-77C2-489D-842E-7DA1983E5898}" dt="2024-03-14T09:27:22.852" v="418" actId="1038"/>
          <ac:spMkLst>
            <pc:docMk/>
            <pc:sldMk cId="902772927" sldId="288"/>
            <ac:spMk id="4" creationId="{D0A8EBFC-D358-4741-F7AE-63E4CE2AF4EC}"/>
          </ac:spMkLst>
        </pc:spChg>
        <pc:spChg chg="add mod">
          <ac:chgData name="Koli, Kritika EX1" userId="1c8c4374-6798-4ce5-81da-73202fe3f38b" providerId="ADAL" clId="{AA29A03A-77C2-489D-842E-7DA1983E5898}" dt="2024-03-14T09:27:22.852" v="418" actId="1038"/>
          <ac:spMkLst>
            <pc:docMk/>
            <pc:sldMk cId="902772927" sldId="288"/>
            <ac:spMk id="5" creationId="{B0D500D2-2AD5-68D7-DC43-444F32DC3AFF}"/>
          </ac:spMkLst>
        </pc:spChg>
        <pc:spChg chg="add mod">
          <ac:chgData name="Koli, Kritika EX1" userId="1c8c4374-6798-4ce5-81da-73202fe3f38b" providerId="ADAL" clId="{AA29A03A-77C2-489D-842E-7DA1983E5898}" dt="2024-03-14T09:27:46.099" v="433" actId="14100"/>
          <ac:spMkLst>
            <pc:docMk/>
            <pc:sldMk cId="902772927" sldId="288"/>
            <ac:spMk id="7" creationId="{C2F3FE17-C047-E401-7776-CFC051AFBCE5}"/>
          </ac:spMkLst>
        </pc:spChg>
        <pc:picChg chg="add mod">
          <ac:chgData name="Koli, Kritika EX1" userId="1c8c4374-6798-4ce5-81da-73202fe3f38b" providerId="ADAL" clId="{AA29A03A-77C2-489D-842E-7DA1983E5898}" dt="2024-03-14T09:26:49.269" v="360" actId="14100"/>
          <ac:picMkLst>
            <pc:docMk/>
            <pc:sldMk cId="902772927" sldId="288"/>
            <ac:picMk id="3" creationId="{413C419F-4AE4-F424-594A-1E9F6A45BBE1}"/>
          </ac:picMkLst>
        </pc:picChg>
        <pc:picChg chg="add del mod">
          <ac:chgData name="Koli, Kritika EX1" userId="1c8c4374-6798-4ce5-81da-73202fe3f38b" providerId="ADAL" clId="{AA29A03A-77C2-489D-842E-7DA1983E5898}" dt="2024-03-14T13:01:27.829" v="2169" actId="21"/>
          <ac:picMkLst>
            <pc:docMk/>
            <pc:sldMk cId="902772927" sldId="288"/>
            <ac:picMk id="8" creationId="{18B833D4-70C1-305C-A871-7D39532853F8}"/>
          </ac:picMkLst>
        </pc:picChg>
        <pc:cxnChg chg="add mod">
          <ac:chgData name="Koli, Kritika EX1" userId="1c8c4374-6798-4ce5-81da-73202fe3f38b" providerId="ADAL" clId="{AA29A03A-77C2-489D-842E-7DA1983E5898}" dt="2024-03-14T09:27:22.852" v="418" actId="1038"/>
          <ac:cxnSpMkLst>
            <pc:docMk/>
            <pc:sldMk cId="902772927" sldId="288"/>
            <ac:cxnSpMk id="6" creationId="{44A8769D-12BF-899F-1DA9-6EDDCD1A319D}"/>
          </ac:cxnSpMkLst>
        </pc:cxnChg>
      </pc:sldChg>
      <pc:sldChg chg="addSp delSp modSp new mod">
        <pc:chgData name="Koli, Kritika EX1" userId="1c8c4374-6798-4ce5-81da-73202fe3f38b" providerId="ADAL" clId="{AA29A03A-77C2-489D-842E-7DA1983E5898}" dt="2024-03-14T12:44:50.232" v="1364" actId="1076"/>
        <pc:sldMkLst>
          <pc:docMk/>
          <pc:sldMk cId="3120434080" sldId="289"/>
        </pc:sldMkLst>
        <pc:spChg chg="add del mod">
          <ac:chgData name="Koli, Kritika EX1" userId="1c8c4374-6798-4ce5-81da-73202fe3f38b" providerId="ADAL" clId="{AA29A03A-77C2-489D-842E-7DA1983E5898}" dt="2024-03-14T12:28:52.638" v="976" actId="21"/>
          <ac:spMkLst>
            <pc:docMk/>
            <pc:sldMk cId="3120434080" sldId="289"/>
            <ac:spMk id="4" creationId="{23029C71-82F8-AE52-FDC7-5A69BB6BA1B5}"/>
          </ac:spMkLst>
        </pc:spChg>
        <pc:spChg chg="add mod">
          <ac:chgData name="Koli, Kritika EX1" userId="1c8c4374-6798-4ce5-81da-73202fe3f38b" providerId="ADAL" clId="{AA29A03A-77C2-489D-842E-7DA1983E5898}" dt="2024-03-14T12:40:04.587" v="1248" actId="1035"/>
          <ac:spMkLst>
            <pc:docMk/>
            <pc:sldMk cId="3120434080" sldId="289"/>
            <ac:spMk id="5" creationId="{7E5057CF-6DBC-6625-5FE2-B384E7041ABA}"/>
          </ac:spMkLst>
        </pc:spChg>
        <pc:spChg chg="add mod">
          <ac:chgData name="Koli, Kritika EX1" userId="1c8c4374-6798-4ce5-81da-73202fe3f38b" providerId="ADAL" clId="{AA29A03A-77C2-489D-842E-7DA1983E5898}" dt="2024-03-14T12:44:50.232" v="1364" actId="1076"/>
          <ac:spMkLst>
            <pc:docMk/>
            <pc:sldMk cId="3120434080" sldId="289"/>
            <ac:spMk id="6" creationId="{0125AF0F-2D1D-D6A6-226A-91AB5160EE58}"/>
          </ac:spMkLst>
        </pc:spChg>
        <pc:picChg chg="add mod modCrop">
          <ac:chgData name="Koli, Kritika EX1" userId="1c8c4374-6798-4ce5-81da-73202fe3f38b" providerId="ADAL" clId="{AA29A03A-77C2-489D-842E-7DA1983E5898}" dt="2024-03-14T12:40:27.105" v="1251" actId="1076"/>
          <ac:picMkLst>
            <pc:docMk/>
            <pc:sldMk cId="3120434080" sldId="289"/>
            <ac:picMk id="3" creationId="{7D8DEBC2-AE5E-9554-5964-862CF7C8B024}"/>
          </ac:picMkLst>
        </pc:picChg>
      </pc:sldChg>
      <pc:sldChg chg="addSp new del mod">
        <pc:chgData name="Koli, Kritika EX1" userId="1c8c4374-6798-4ce5-81da-73202fe3f38b" providerId="ADAL" clId="{AA29A03A-77C2-489D-842E-7DA1983E5898}" dt="2024-03-14T12:06:58.807" v="781" actId="47"/>
        <pc:sldMkLst>
          <pc:docMk/>
          <pc:sldMk cId="307492752" sldId="290"/>
        </pc:sldMkLst>
        <pc:picChg chg="add">
          <ac:chgData name="Koli, Kritika EX1" userId="1c8c4374-6798-4ce5-81da-73202fe3f38b" providerId="ADAL" clId="{AA29A03A-77C2-489D-842E-7DA1983E5898}" dt="2024-03-14T12:06:39.070" v="780" actId="22"/>
          <ac:picMkLst>
            <pc:docMk/>
            <pc:sldMk cId="307492752" sldId="290"/>
            <ac:picMk id="3" creationId="{01408F49-1341-E7DA-F458-A0616B41FE94}"/>
          </ac:picMkLst>
        </pc:picChg>
      </pc:sldChg>
      <pc:sldChg chg="addSp delSp modSp new del mod">
        <pc:chgData name="Koli, Kritika EX1" userId="1c8c4374-6798-4ce5-81da-73202fe3f38b" providerId="ADAL" clId="{AA29A03A-77C2-489D-842E-7DA1983E5898}" dt="2024-03-14T13:07:44.182" v="2443" actId="47"/>
        <pc:sldMkLst>
          <pc:docMk/>
          <pc:sldMk cId="2740204728" sldId="291"/>
        </pc:sldMkLst>
        <pc:spChg chg="add mod">
          <ac:chgData name="Koli, Kritika EX1" userId="1c8c4374-6798-4ce5-81da-73202fe3f38b" providerId="ADAL" clId="{AA29A03A-77C2-489D-842E-7DA1983E5898}" dt="2024-03-14T12:29:04.009" v="980" actId="14100"/>
          <ac:spMkLst>
            <pc:docMk/>
            <pc:sldMk cId="2740204728" sldId="291"/>
            <ac:spMk id="4" creationId="{948FE184-3FE3-002D-391C-2F219B54D440}"/>
          </ac:spMkLst>
        </pc:spChg>
        <pc:spChg chg="add mod">
          <ac:chgData name="Koli, Kritika EX1" userId="1c8c4374-6798-4ce5-81da-73202fe3f38b" providerId="ADAL" clId="{AA29A03A-77C2-489D-842E-7DA1983E5898}" dt="2024-03-14T12:36:54.625" v="1172" actId="1035"/>
          <ac:spMkLst>
            <pc:docMk/>
            <pc:sldMk cId="2740204728" sldId="291"/>
            <ac:spMk id="5" creationId="{A26D058A-CFC8-5687-E46A-A4D39B5EBE3B}"/>
          </ac:spMkLst>
        </pc:spChg>
        <pc:spChg chg="add del mod">
          <ac:chgData name="Koli, Kritika EX1" userId="1c8c4374-6798-4ce5-81da-73202fe3f38b" providerId="ADAL" clId="{AA29A03A-77C2-489D-842E-7DA1983E5898}" dt="2024-03-14T12:37:46.780" v="1174" actId="21"/>
          <ac:spMkLst>
            <pc:docMk/>
            <pc:sldMk cId="2740204728" sldId="291"/>
            <ac:spMk id="6" creationId="{A34D0772-6F9E-D3D2-3149-6E25709CD6F7}"/>
          </ac:spMkLst>
        </pc:spChg>
        <pc:spChg chg="add mod">
          <ac:chgData name="Koli, Kritika EX1" userId="1c8c4374-6798-4ce5-81da-73202fe3f38b" providerId="ADAL" clId="{AA29A03A-77C2-489D-842E-7DA1983E5898}" dt="2024-03-14T13:06:29.424" v="2384" actId="1076"/>
          <ac:spMkLst>
            <pc:docMk/>
            <pc:sldMk cId="2740204728" sldId="291"/>
            <ac:spMk id="7" creationId="{C25CD443-99C8-90CE-2F0D-44EDDFEB4A4B}"/>
          </ac:spMkLst>
        </pc:spChg>
        <pc:spChg chg="add mod">
          <ac:chgData name="Koli, Kritika EX1" userId="1c8c4374-6798-4ce5-81da-73202fe3f38b" providerId="ADAL" clId="{AA29A03A-77C2-489D-842E-7DA1983E5898}" dt="2024-03-14T12:56:17.915" v="2055" actId="1076"/>
          <ac:spMkLst>
            <pc:docMk/>
            <pc:sldMk cId="2740204728" sldId="291"/>
            <ac:spMk id="8" creationId="{987870E1-0AA2-BE92-60CA-B888D9F5BF74}"/>
          </ac:spMkLst>
        </pc:spChg>
        <pc:spChg chg="add mod">
          <ac:chgData name="Koli, Kritika EX1" userId="1c8c4374-6798-4ce5-81da-73202fe3f38b" providerId="ADAL" clId="{AA29A03A-77C2-489D-842E-7DA1983E5898}" dt="2024-03-14T12:46:34.203" v="1471" actId="1035"/>
          <ac:spMkLst>
            <pc:docMk/>
            <pc:sldMk cId="2740204728" sldId="291"/>
            <ac:spMk id="9" creationId="{E7C49333-3562-3DE8-A373-0545D91DF607}"/>
          </ac:spMkLst>
        </pc:spChg>
        <pc:spChg chg="add del mod">
          <ac:chgData name="Koli, Kritika EX1" userId="1c8c4374-6798-4ce5-81da-73202fe3f38b" providerId="ADAL" clId="{AA29A03A-77C2-489D-842E-7DA1983E5898}" dt="2024-03-14T12:47:25.204" v="1602"/>
          <ac:spMkLst>
            <pc:docMk/>
            <pc:sldMk cId="2740204728" sldId="291"/>
            <ac:spMk id="10" creationId="{B7A79CD8-590B-C346-9A13-A73FC133A9BB}"/>
          </ac:spMkLst>
        </pc:spChg>
        <pc:spChg chg="add del mod">
          <ac:chgData name="Koli, Kritika EX1" userId="1c8c4374-6798-4ce5-81da-73202fe3f38b" providerId="ADAL" clId="{AA29A03A-77C2-489D-842E-7DA1983E5898}" dt="2024-03-14T12:47:56.751" v="1708"/>
          <ac:spMkLst>
            <pc:docMk/>
            <pc:sldMk cId="2740204728" sldId="291"/>
            <ac:spMk id="11" creationId="{769AA73E-3DC4-DBC0-3B83-B9C133147FB3}"/>
          </ac:spMkLst>
        </pc:spChg>
        <pc:spChg chg="add mod">
          <ac:chgData name="Koli, Kritika EX1" userId="1c8c4374-6798-4ce5-81da-73202fe3f38b" providerId="ADAL" clId="{AA29A03A-77C2-489D-842E-7DA1983E5898}" dt="2024-03-14T13:06:11.670" v="2380" actId="571"/>
          <ac:spMkLst>
            <pc:docMk/>
            <pc:sldMk cId="2740204728" sldId="291"/>
            <ac:spMk id="17" creationId="{DF7B7C40-2D24-2747-331C-85305E415A61}"/>
          </ac:spMkLst>
        </pc:spChg>
        <pc:spChg chg="add mod">
          <ac:chgData name="Koli, Kritika EX1" userId="1c8c4374-6798-4ce5-81da-73202fe3f38b" providerId="ADAL" clId="{AA29A03A-77C2-489D-842E-7DA1983E5898}" dt="2024-03-14T13:06:11.670" v="2380" actId="571"/>
          <ac:spMkLst>
            <pc:docMk/>
            <pc:sldMk cId="2740204728" sldId="291"/>
            <ac:spMk id="18" creationId="{5656F1B3-60D7-ACFB-F9ED-1D32100387ED}"/>
          </ac:spMkLst>
        </pc:spChg>
        <pc:picChg chg="add mod modCrop">
          <ac:chgData name="Koli, Kritika EX1" userId="1c8c4374-6798-4ce5-81da-73202fe3f38b" providerId="ADAL" clId="{AA29A03A-77C2-489D-842E-7DA1983E5898}" dt="2024-03-14T13:06:25.923" v="2383" actId="1076"/>
          <ac:picMkLst>
            <pc:docMk/>
            <pc:sldMk cId="2740204728" sldId="291"/>
            <ac:picMk id="3" creationId="{4383F351-722A-54C4-06F0-128FF44505E6}"/>
          </ac:picMkLst>
        </pc:picChg>
        <pc:picChg chg="add mod">
          <ac:chgData name="Koli, Kritika EX1" userId="1c8c4374-6798-4ce5-81da-73202fe3f38b" providerId="ADAL" clId="{AA29A03A-77C2-489D-842E-7DA1983E5898}" dt="2024-03-14T13:02:04.428" v="2175" actId="1076"/>
          <ac:picMkLst>
            <pc:docMk/>
            <pc:sldMk cId="2740204728" sldId="291"/>
            <ac:picMk id="15" creationId="{E84DD386-B692-C3A2-7966-DA49FAABA18A}"/>
          </ac:picMkLst>
        </pc:picChg>
        <pc:picChg chg="add mod">
          <ac:chgData name="Koli, Kritika EX1" userId="1c8c4374-6798-4ce5-81da-73202fe3f38b" providerId="ADAL" clId="{AA29A03A-77C2-489D-842E-7DA1983E5898}" dt="2024-03-14T13:06:11.670" v="2380" actId="571"/>
          <ac:picMkLst>
            <pc:docMk/>
            <pc:sldMk cId="2740204728" sldId="291"/>
            <ac:picMk id="16" creationId="{22854905-7187-735C-16D0-B0BDAE1F6265}"/>
          </ac:picMkLst>
        </pc:picChg>
        <pc:cxnChg chg="add mod">
          <ac:chgData name="Koli, Kritika EX1" userId="1c8c4374-6798-4ce5-81da-73202fe3f38b" providerId="ADAL" clId="{AA29A03A-77C2-489D-842E-7DA1983E5898}" dt="2024-03-14T12:56:12.253" v="2054" actId="1076"/>
          <ac:cxnSpMkLst>
            <pc:docMk/>
            <pc:sldMk cId="2740204728" sldId="291"/>
            <ac:cxnSpMk id="12" creationId="{01E4EE96-1375-D6DC-4A5D-21ACBD4976C6}"/>
          </ac:cxnSpMkLst>
        </pc:cxnChg>
        <pc:cxnChg chg="add mod">
          <ac:chgData name="Koli, Kritika EX1" userId="1c8c4374-6798-4ce5-81da-73202fe3f38b" providerId="ADAL" clId="{AA29A03A-77C2-489D-842E-7DA1983E5898}" dt="2024-03-14T12:56:26.507" v="2058" actId="14100"/>
          <ac:cxnSpMkLst>
            <pc:docMk/>
            <pc:sldMk cId="2740204728" sldId="291"/>
            <ac:cxnSpMk id="13" creationId="{954031DD-DFF9-49B7-5707-EF48E2B9FD3C}"/>
          </ac:cxnSpMkLst>
        </pc:cxnChg>
        <pc:cxnChg chg="add mod">
          <ac:chgData name="Koli, Kritika EX1" userId="1c8c4374-6798-4ce5-81da-73202fe3f38b" providerId="ADAL" clId="{AA29A03A-77C2-489D-842E-7DA1983E5898}" dt="2024-03-14T13:06:11.670" v="2380" actId="571"/>
          <ac:cxnSpMkLst>
            <pc:docMk/>
            <pc:sldMk cId="2740204728" sldId="291"/>
            <ac:cxnSpMk id="19" creationId="{D9AEA3AC-7377-2CC2-341B-0511C010BD78}"/>
          </ac:cxnSpMkLst>
        </pc:cxnChg>
      </pc:sldChg>
      <pc:sldChg chg="addSp delSp modSp new mod">
        <pc:chgData name="Koli, Kritika EX1" userId="1c8c4374-6798-4ce5-81da-73202fe3f38b" providerId="ADAL" clId="{AA29A03A-77C2-489D-842E-7DA1983E5898}" dt="2024-03-14T12:47:33.118" v="1604" actId="1036"/>
        <pc:sldMkLst>
          <pc:docMk/>
          <pc:sldMk cId="2880621231" sldId="292"/>
        </pc:sldMkLst>
        <pc:spChg chg="add del mod">
          <ac:chgData name="Koli, Kritika EX1" userId="1c8c4374-6798-4ce5-81da-73202fe3f38b" providerId="ADAL" clId="{AA29A03A-77C2-489D-842E-7DA1983E5898}" dt="2024-03-14T12:37:59.219" v="1175" actId="21"/>
          <ac:spMkLst>
            <pc:docMk/>
            <pc:sldMk cId="2880621231" sldId="292"/>
            <ac:spMk id="4" creationId="{4BC84750-1786-CEB1-CB72-418A9400762E}"/>
          </ac:spMkLst>
        </pc:spChg>
        <pc:spChg chg="add del mod">
          <ac:chgData name="Koli, Kritika EX1" userId="1c8c4374-6798-4ce5-81da-73202fe3f38b" providerId="ADAL" clId="{AA29A03A-77C2-489D-842E-7DA1983E5898}" dt="2024-03-14T12:46:15.347" v="1467"/>
          <ac:spMkLst>
            <pc:docMk/>
            <pc:sldMk cId="2880621231" sldId="292"/>
            <ac:spMk id="5" creationId="{45DF2CF1-8409-9824-E58F-9A646841F1D8}"/>
          </ac:spMkLst>
        </pc:spChg>
        <pc:spChg chg="add mod">
          <ac:chgData name="Koli, Kritika EX1" userId="1c8c4374-6798-4ce5-81da-73202fe3f38b" providerId="ADAL" clId="{AA29A03A-77C2-489D-842E-7DA1983E5898}" dt="2024-03-14T12:47:33.118" v="1604" actId="1036"/>
          <ac:spMkLst>
            <pc:docMk/>
            <pc:sldMk cId="2880621231" sldId="292"/>
            <ac:spMk id="6" creationId="{9244B798-F601-D34E-81F3-11078CF082E4}"/>
          </ac:spMkLst>
        </pc:spChg>
        <pc:picChg chg="add mod modCrop">
          <ac:chgData name="Koli, Kritika EX1" userId="1c8c4374-6798-4ce5-81da-73202fe3f38b" providerId="ADAL" clId="{AA29A03A-77C2-489D-842E-7DA1983E5898}" dt="2024-03-14T12:30:26.625" v="1037" actId="1076"/>
          <ac:picMkLst>
            <pc:docMk/>
            <pc:sldMk cId="2880621231" sldId="292"/>
            <ac:picMk id="3" creationId="{8EEAE1A5-C712-31BC-5994-0DF87D12C381}"/>
          </ac:picMkLst>
        </pc:picChg>
      </pc:sldChg>
      <pc:sldChg chg="addSp delSp modSp new mod">
        <pc:chgData name="Koli, Kritika EX1" userId="1c8c4374-6798-4ce5-81da-73202fe3f38b" providerId="ADAL" clId="{AA29A03A-77C2-489D-842E-7DA1983E5898}" dt="2024-03-14T12:57:28.845" v="2070" actId="1076"/>
        <pc:sldMkLst>
          <pc:docMk/>
          <pc:sldMk cId="2983339222" sldId="293"/>
        </pc:sldMkLst>
        <pc:spChg chg="add mod">
          <ac:chgData name="Koli, Kritika EX1" userId="1c8c4374-6798-4ce5-81da-73202fe3f38b" providerId="ADAL" clId="{AA29A03A-77C2-489D-842E-7DA1983E5898}" dt="2024-03-14T12:35:56.319" v="1160" actId="14100"/>
          <ac:spMkLst>
            <pc:docMk/>
            <pc:sldMk cId="2983339222" sldId="293"/>
            <ac:spMk id="6" creationId="{9070B2A7-7883-E93D-5DB5-0FD091DAC0E5}"/>
          </ac:spMkLst>
        </pc:spChg>
        <pc:spChg chg="add mod">
          <ac:chgData name="Koli, Kritika EX1" userId="1c8c4374-6798-4ce5-81da-73202fe3f38b" providerId="ADAL" clId="{AA29A03A-77C2-489D-842E-7DA1983E5898}" dt="2024-03-14T12:48:57.603" v="1794" actId="1076"/>
          <ac:spMkLst>
            <pc:docMk/>
            <pc:sldMk cId="2983339222" sldId="293"/>
            <ac:spMk id="7" creationId="{69FC9D6A-634F-77A6-987F-098810F3FFBF}"/>
          </ac:spMkLst>
        </pc:spChg>
        <pc:picChg chg="add del">
          <ac:chgData name="Koli, Kritika EX1" userId="1c8c4374-6798-4ce5-81da-73202fe3f38b" providerId="ADAL" clId="{AA29A03A-77C2-489D-842E-7DA1983E5898}" dt="2024-03-14T12:09:17.160" v="794" actId="478"/>
          <ac:picMkLst>
            <pc:docMk/>
            <pc:sldMk cId="2983339222" sldId="293"/>
            <ac:picMk id="3" creationId="{0B96B360-5C75-814F-16D6-B269FA71B0FD}"/>
          </ac:picMkLst>
        </pc:picChg>
        <pc:picChg chg="add mod modCrop">
          <ac:chgData name="Koli, Kritika EX1" userId="1c8c4374-6798-4ce5-81da-73202fe3f38b" providerId="ADAL" clId="{AA29A03A-77C2-489D-842E-7DA1983E5898}" dt="2024-03-14T12:35:53.305" v="1159" actId="1076"/>
          <ac:picMkLst>
            <pc:docMk/>
            <pc:sldMk cId="2983339222" sldId="293"/>
            <ac:picMk id="5" creationId="{D6390915-C412-FC09-8707-CC892EBDEA3A}"/>
          </ac:picMkLst>
        </pc:picChg>
        <pc:cxnChg chg="add mod">
          <ac:chgData name="Koli, Kritika EX1" userId="1c8c4374-6798-4ce5-81da-73202fe3f38b" providerId="ADAL" clId="{AA29A03A-77C2-489D-842E-7DA1983E5898}" dt="2024-03-14T12:57:28.845" v="2070" actId="1076"/>
          <ac:cxnSpMkLst>
            <pc:docMk/>
            <pc:sldMk cId="2983339222" sldId="293"/>
            <ac:cxnSpMk id="8" creationId="{530E8C4A-96E7-D033-B565-A106978B926D}"/>
          </ac:cxnSpMkLst>
        </pc:cxnChg>
        <pc:cxnChg chg="add mod">
          <ac:chgData name="Koli, Kritika EX1" userId="1c8c4374-6798-4ce5-81da-73202fe3f38b" providerId="ADAL" clId="{AA29A03A-77C2-489D-842E-7DA1983E5898}" dt="2024-03-14T12:57:02.483" v="2065" actId="1076"/>
          <ac:cxnSpMkLst>
            <pc:docMk/>
            <pc:sldMk cId="2983339222" sldId="293"/>
            <ac:cxnSpMk id="11" creationId="{20F8A753-279F-4B75-CF4A-403BAD10854F}"/>
          </ac:cxnSpMkLst>
        </pc:cxnChg>
      </pc:sldChg>
      <pc:sldChg chg="addSp modSp add mod">
        <pc:chgData name="Koli, Kritika EX1" userId="1c8c4374-6798-4ce5-81da-73202fe3f38b" providerId="ADAL" clId="{AA29A03A-77C2-489D-842E-7DA1983E5898}" dt="2024-03-14T12:57:58.428" v="2089" actId="14100"/>
        <pc:sldMkLst>
          <pc:docMk/>
          <pc:sldMk cId="3022368330" sldId="294"/>
        </pc:sldMkLst>
        <pc:spChg chg="add mod">
          <ac:chgData name="Koli, Kritika EX1" userId="1c8c4374-6798-4ce5-81da-73202fe3f38b" providerId="ADAL" clId="{AA29A03A-77C2-489D-842E-7DA1983E5898}" dt="2024-03-14T12:35:49.390" v="1158" actId="14100"/>
          <ac:spMkLst>
            <pc:docMk/>
            <pc:sldMk cId="3022368330" sldId="294"/>
            <ac:spMk id="4" creationId="{E9ECBBE1-BA15-B5E6-AE2A-A6833772CEF4}"/>
          </ac:spMkLst>
        </pc:spChg>
        <pc:spChg chg="add mod">
          <ac:chgData name="Koli, Kritika EX1" userId="1c8c4374-6798-4ce5-81da-73202fe3f38b" providerId="ADAL" clId="{AA29A03A-77C2-489D-842E-7DA1983E5898}" dt="2024-03-14T12:57:24.668" v="2069" actId="1076"/>
          <ac:spMkLst>
            <pc:docMk/>
            <pc:sldMk cId="3022368330" sldId="294"/>
            <ac:spMk id="5" creationId="{C3829FFD-B707-7D6C-8815-875D3C54E52A}"/>
          </ac:spMkLst>
        </pc:spChg>
        <pc:picChg chg="add mod modCrop">
          <ac:chgData name="Koli, Kritika EX1" userId="1c8c4374-6798-4ce5-81da-73202fe3f38b" providerId="ADAL" clId="{AA29A03A-77C2-489D-842E-7DA1983E5898}" dt="2024-03-14T12:57:17.349" v="2068" actId="1076"/>
          <ac:picMkLst>
            <pc:docMk/>
            <pc:sldMk cId="3022368330" sldId="294"/>
            <ac:picMk id="3" creationId="{100E24F3-69B0-ECA2-666B-E1F4BD675A82}"/>
          </ac:picMkLst>
        </pc:picChg>
        <pc:cxnChg chg="add mod">
          <ac:chgData name="Koli, Kritika EX1" userId="1c8c4374-6798-4ce5-81da-73202fe3f38b" providerId="ADAL" clId="{AA29A03A-77C2-489D-842E-7DA1983E5898}" dt="2024-03-14T12:57:38.447" v="2073" actId="14100"/>
          <ac:cxnSpMkLst>
            <pc:docMk/>
            <pc:sldMk cId="3022368330" sldId="294"/>
            <ac:cxnSpMk id="6" creationId="{79EAC618-44C1-3F86-F9E1-DDBE5C114BD9}"/>
          </ac:cxnSpMkLst>
        </pc:cxnChg>
        <pc:cxnChg chg="add mod">
          <ac:chgData name="Koli, Kritika EX1" userId="1c8c4374-6798-4ce5-81da-73202fe3f38b" providerId="ADAL" clId="{AA29A03A-77C2-489D-842E-7DA1983E5898}" dt="2024-03-14T12:57:58.428" v="2089" actId="14100"/>
          <ac:cxnSpMkLst>
            <pc:docMk/>
            <pc:sldMk cId="3022368330" sldId="294"/>
            <ac:cxnSpMk id="8" creationId="{CC1ED044-99A6-C03D-2822-A369E45D59F4}"/>
          </ac:cxnSpMkLst>
        </pc:cxnChg>
      </pc:sldChg>
      <pc:sldChg chg="addSp delSp modSp add mod">
        <pc:chgData name="Koli, Kritika EX1" userId="1c8c4374-6798-4ce5-81da-73202fe3f38b" providerId="ADAL" clId="{AA29A03A-77C2-489D-842E-7DA1983E5898}" dt="2024-03-14T13:02:25.603" v="2177" actId="1076"/>
        <pc:sldMkLst>
          <pc:docMk/>
          <pc:sldMk cId="1900669553" sldId="295"/>
        </pc:sldMkLst>
        <pc:spChg chg="add mod">
          <ac:chgData name="Koli, Kritika EX1" userId="1c8c4374-6798-4ce5-81da-73202fe3f38b" providerId="ADAL" clId="{AA29A03A-77C2-489D-842E-7DA1983E5898}" dt="2024-03-14T12:32:07.815" v="1047" actId="14100"/>
          <ac:spMkLst>
            <pc:docMk/>
            <pc:sldMk cId="1900669553" sldId="295"/>
            <ac:spMk id="6" creationId="{E9518CEF-30D3-EA4E-FAD5-3146A2E4A305}"/>
          </ac:spMkLst>
        </pc:spChg>
        <pc:spChg chg="add mod">
          <ac:chgData name="Koli, Kritika EX1" userId="1c8c4374-6798-4ce5-81da-73202fe3f38b" providerId="ADAL" clId="{AA29A03A-77C2-489D-842E-7DA1983E5898}" dt="2024-03-14T12:35:38.355" v="1147" actId="1036"/>
          <ac:spMkLst>
            <pc:docMk/>
            <pc:sldMk cId="1900669553" sldId="295"/>
            <ac:spMk id="7" creationId="{D49AB214-C649-098E-5700-109F86E3F805}"/>
          </ac:spMkLst>
        </pc:spChg>
        <pc:spChg chg="add del mod">
          <ac:chgData name="Koli, Kritika EX1" userId="1c8c4374-6798-4ce5-81da-73202fe3f38b" providerId="ADAL" clId="{AA29A03A-77C2-489D-842E-7DA1983E5898}" dt="2024-03-14T12:49:29.415" v="1824" actId="478"/>
          <ac:spMkLst>
            <pc:docMk/>
            <pc:sldMk cId="1900669553" sldId="295"/>
            <ac:spMk id="8" creationId="{43EC09FB-08E3-F916-F91F-9AA010D812DA}"/>
          </ac:spMkLst>
        </pc:spChg>
        <pc:spChg chg="add mod">
          <ac:chgData name="Koli, Kritika EX1" userId="1c8c4374-6798-4ce5-81da-73202fe3f38b" providerId="ADAL" clId="{AA29A03A-77C2-489D-842E-7DA1983E5898}" dt="2024-03-14T12:58:17.917" v="2092" actId="1076"/>
          <ac:spMkLst>
            <pc:docMk/>
            <pc:sldMk cId="1900669553" sldId="295"/>
            <ac:spMk id="9" creationId="{9E1A34D6-6C4B-44E7-45B2-BBD32E71F5EE}"/>
          </ac:spMkLst>
        </pc:spChg>
        <pc:picChg chg="add del">
          <ac:chgData name="Koli, Kritika EX1" userId="1c8c4374-6798-4ce5-81da-73202fe3f38b" providerId="ADAL" clId="{AA29A03A-77C2-489D-842E-7DA1983E5898}" dt="2024-03-14T12:11:15.890" v="798" actId="478"/>
          <ac:picMkLst>
            <pc:docMk/>
            <pc:sldMk cId="1900669553" sldId="295"/>
            <ac:picMk id="3" creationId="{6C09259D-8A6E-20D0-33C9-EFBD5B118A4E}"/>
          </ac:picMkLst>
        </pc:picChg>
        <pc:picChg chg="add mod modCrop">
          <ac:chgData name="Koli, Kritika EX1" userId="1c8c4374-6798-4ce5-81da-73202fe3f38b" providerId="ADAL" clId="{AA29A03A-77C2-489D-842E-7DA1983E5898}" dt="2024-03-14T12:35:29.164" v="1124" actId="1076"/>
          <ac:picMkLst>
            <pc:docMk/>
            <pc:sldMk cId="1900669553" sldId="295"/>
            <ac:picMk id="5" creationId="{40805E39-1786-37FD-20A8-7492E3959E6D}"/>
          </ac:picMkLst>
        </pc:picChg>
        <pc:picChg chg="add mod">
          <ac:chgData name="Koli, Kritika EX1" userId="1c8c4374-6798-4ce5-81da-73202fe3f38b" providerId="ADAL" clId="{AA29A03A-77C2-489D-842E-7DA1983E5898}" dt="2024-03-14T13:02:25.603" v="2177" actId="1076"/>
          <ac:picMkLst>
            <pc:docMk/>
            <pc:sldMk cId="1900669553" sldId="295"/>
            <ac:picMk id="13" creationId="{5700CE6C-7A33-8C74-26D9-4EA84315AE7E}"/>
          </ac:picMkLst>
        </pc:picChg>
        <pc:cxnChg chg="add mod">
          <ac:chgData name="Koli, Kritika EX1" userId="1c8c4374-6798-4ce5-81da-73202fe3f38b" providerId="ADAL" clId="{AA29A03A-77C2-489D-842E-7DA1983E5898}" dt="2024-03-14T12:58:25.180" v="2094" actId="14100"/>
          <ac:cxnSpMkLst>
            <pc:docMk/>
            <pc:sldMk cId="1900669553" sldId="295"/>
            <ac:cxnSpMk id="10" creationId="{795D3383-E33A-DA70-0B17-AF79FAA69077}"/>
          </ac:cxnSpMkLst>
        </pc:cxnChg>
      </pc:sldChg>
      <pc:sldChg chg="addSp delSp modSp add mod">
        <pc:chgData name="Koli, Kritika EX1" userId="1c8c4374-6798-4ce5-81da-73202fe3f38b" providerId="ADAL" clId="{AA29A03A-77C2-489D-842E-7DA1983E5898}" dt="2024-03-14T13:02:45.829" v="2184" actId="1035"/>
        <pc:sldMkLst>
          <pc:docMk/>
          <pc:sldMk cId="1536854921" sldId="296"/>
        </pc:sldMkLst>
        <pc:spChg chg="add mod">
          <ac:chgData name="Koli, Kritika EX1" userId="1c8c4374-6798-4ce5-81da-73202fe3f38b" providerId="ADAL" clId="{AA29A03A-77C2-489D-842E-7DA1983E5898}" dt="2024-03-14T12:34:59.622" v="1118" actId="1036"/>
          <ac:spMkLst>
            <pc:docMk/>
            <pc:sldMk cId="1536854921" sldId="296"/>
            <ac:spMk id="4" creationId="{2E16DF9E-070E-518C-6079-0A124D0C3EAC}"/>
          </ac:spMkLst>
        </pc:spChg>
        <pc:spChg chg="add mod">
          <ac:chgData name="Koli, Kritika EX1" userId="1c8c4374-6798-4ce5-81da-73202fe3f38b" providerId="ADAL" clId="{AA29A03A-77C2-489D-842E-7DA1983E5898}" dt="2024-03-14T12:35:12.224" v="1121" actId="1038"/>
          <ac:spMkLst>
            <pc:docMk/>
            <pc:sldMk cId="1536854921" sldId="296"/>
            <ac:spMk id="5" creationId="{BCBB5239-05BC-F879-981F-9D3B86DE72F5}"/>
          </ac:spMkLst>
        </pc:spChg>
        <pc:spChg chg="add mod">
          <ac:chgData name="Koli, Kritika EX1" userId="1c8c4374-6798-4ce5-81da-73202fe3f38b" providerId="ADAL" clId="{AA29A03A-77C2-489D-842E-7DA1983E5898}" dt="2024-03-14T12:47:10.283" v="1598" actId="14100"/>
          <ac:spMkLst>
            <pc:docMk/>
            <pc:sldMk cId="1536854921" sldId="296"/>
            <ac:spMk id="6" creationId="{D499B911-D1B0-8C84-456B-C9F7F808C944}"/>
          </ac:spMkLst>
        </pc:spChg>
        <pc:spChg chg="add mod">
          <ac:chgData name="Koli, Kritika EX1" userId="1c8c4374-6798-4ce5-81da-73202fe3f38b" providerId="ADAL" clId="{AA29A03A-77C2-489D-842E-7DA1983E5898}" dt="2024-03-14T12:58:36.410" v="2098" actId="1076"/>
          <ac:spMkLst>
            <pc:docMk/>
            <pc:sldMk cId="1536854921" sldId="296"/>
            <ac:spMk id="7" creationId="{020C463C-78EC-EBAB-4F3B-946E23CDD98F}"/>
          </ac:spMkLst>
        </pc:spChg>
        <pc:spChg chg="add mod">
          <ac:chgData name="Koli, Kritika EX1" userId="1c8c4374-6798-4ce5-81da-73202fe3f38b" providerId="ADAL" clId="{AA29A03A-77C2-489D-842E-7DA1983E5898}" dt="2024-03-14T12:50:18.516" v="1899" actId="1076"/>
          <ac:spMkLst>
            <pc:docMk/>
            <pc:sldMk cId="1536854921" sldId="296"/>
            <ac:spMk id="8" creationId="{23E14749-BA65-460A-EC01-7C92C6B10EC7}"/>
          </ac:spMkLst>
        </pc:spChg>
        <pc:picChg chg="add mod modCrop">
          <ac:chgData name="Koli, Kritika EX1" userId="1c8c4374-6798-4ce5-81da-73202fe3f38b" providerId="ADAL" clId="{AA29A03A-77C2-489D-842E-7DA1983E5898}" dt="2024-03-14T12:58:32.894" v="2096" actId="1076"/>
          <ac:picMkLst>
            <pc:docMk/>
            <pc:sldMk cId="1536854921" sldId="296"/>
            <ac:picMk id="3" creationId="{406427B4-5923-AB7E-060B-57E35A121317}"/>
          </ac:picMkLst>
        </pc:picChg>
        <pc:picChg chg="add mod">
          <ac:chgData name="Koli, Kritika EX1" userId="1c8c4374-6798-4ce5-81da-73202fe3f38b" providerId="ADAL" clId="{AA29A03A-77C2-489D-842E-7DA1983E5898}" dt="2024-03-14T13:02:45.829" v="2184" actId="1035"/>
          <ac:picMkLst>
            <pc:docMk/>
            <pc:sldMk cId="1536854921" sldId="296"/>
            <ac:picMk id="18" creationId="{B4844C58-A5A6-6436-AA5A-D25E451657CC}"/>
          </ac:picMkLst>
        </pc:picChg>
        <pc:cxnChg chg="add mod">
          <ac:chgData name="Koli, Kritika EX1" userId="1c8c4374-6798-4ce5-81da-73202fe3f38b" providerId="ADAL" clId="{AA29A03A-77C2-489D-842E-7DA1983E5898}" dt="2024-03-14T12:58:53.620" v="2104" actId="14100"/>
          <ac:cxnSpMkLst>
            <pc:docMk/>
            <pc:sldMk cId="1536854921" sldId="296"/>
            <ac:cxnSpMk id="9" creationId="{6C375D7F-C643-9779-BA04-BB11637A58C7}"/>
          </ac:cxnSpMkLst>
        </pc:cxnChg>
        <pc:cxnChg chg="add mod">
          <ac:chgData name="Koli, Kritika EX1" userId="1c8c4374-6798-4ce5-81da-73202fe3f38b" providerId="ADAL" clId="{AA29A03A-77C2-489D-842E-7DA1983E5898}" dt="2024-03-14T12:59:05.152" v="2107" actId="14100"/>
          <ac:cxnSpMkLst>
            <pc:docMk/>
            <pc:sldMk cId="1536854921" sldId="296"/>
            <ac:cxnSpMk id="13" creationId="{73468CAF-DF1B-94CA-F4C9-44A3FAABF48C}"/>
          </ac:cxnSpMkLst>
        </pc:cxnChg>
        <pc:cxnChg chg="add mod">
          <ac:chgData name="Koli, Kritika EX1" userId="1c8c4374-6798-4ce5-81da-73202fe3f38b" providerId="ADAL" clId="{AA29A03A-77C2-489D-842E-7DA1983E5898}" dt="2024-03-14T12:59:19.030" v="2110" actId="14100"/>
          <ac:cxnSpMkLst>
            <pc:docMk/>
            <pc:sldMk cId="1536854921" sldId="296"/>
            <ac:cxnSpMk id="15" creationId="{63483463-3314-C966-9649-B93ACC5B3585}"/>
          </ac:cxnSpMkLst>
        </pc:cxnChg>
        <pc:cxnChg chg="add del mod">
          <ac:chgData name="Koli, Kritika EX1" userId="1c8c4374-6798-4ce5-81da-73202fe3f38b" providerId="ADAL" clId="{AA29A03A-77C2-489D-842E-7DA1983E5898}" dt="2024-03-14T12:59:42.625" v="2114"/>
          <ac:cxnSpMkLst>
            <pc:docMk/>
            <pc:sldMk cId="1536854921" sldId="296"/>
            <ac:cxnSpMk id="17" creationId="{E25FC0AE-990A-A3A5-F847-9AB8B15A8E51}"/>
          </ac:cxnSpMkLst>
        </pc:cxnChg>
      </pc:sldChg>
      <pc:sldChg chg="addSp modSp add mod">
        <pc:chgData name="Koli, Kritika EX1" userId="1c8c4374-6798-4ce5-81da-73202fe3f38b" providerId="ADAL" clId="{AA29A03A-77C2-489D-842E-7DA1983E5898}" dt="2024-03-14T13:02:59.234" v="2186" actId="1076"/>
        <pc:sldMkLst>
          <pc:docMk/>
          <pc:sldMk cId="1276759494" sldId="297"/>
        </pc:sldMkLst>
        <pc:spChg chg="add mod">
          <ac:chgData name="Koli, Kritika EX1" userId="1c8c4374-6798-4ce5-81da-73202fe3f38b" providerId="ADAL" clId="{AA29A03A-77C2-489D-842E-7DA1983E5898}" dt="2024-03-14T12:34:44.426" v="1108" actId="1036"/>
          <ac:spMkLst>
            <pc:docMk/>
            <pc:sldMk cId="1276759494" sldId="297"/>
            <ac:spMk id="4" creationId="{67ABF713-3947-96DD-86C5-E416E6127897}"/>
          </ac:spMkLst>
        </pc:spChg>
        <pc:spChg chg="add mod">
          <ac:chgData name="Koli, Kritika EX1" userId="1c8c4374-6798-4ce5-81da-73202fe3f38b" providerId="ADAL" clId="{AA29A03A-77C2-489D-842E-7DA1983E5898}" dt="2024-03-14T12:47:17.626" v="1600" actId="1076"/>
          <ac:spMkLst>
            <pc:docMk/>
            <pc:sldMk cId="1276759494" sldId="297"/>
            <ac:spMk id="5" creationId="{EFE28A6C-DDDA-9A3C-D0DB-940A2BDF481F}"/>
          </ac:spMkLst>
        </pc:spChg>
        <pc:picChg chg="add mod modCrop">
          <ac:chgData name="Koli, Kritika EX1" userId="1c8c4374-6798-4ce5-81da-73202fe3f38b" providerId="ADAL" clId="{AA29A03A-77C2-489D-842E-7DA1983E5898}" dt="2024-03-14T12:34:30.722" v="1099" actId="1076"/>
          <ac:picMkLst>
            <pc:docMk/>
            <pc:sldMk cId="1276759494" sldId="297"/>
            <ac:picMk id="3" creationId="{FAF98F47-E62F-4DE8-5DB3-BA093FFD1998}"/>
          </ac:picMkLst>
        </pc:picChg>
        <pc:picChg chg="add mod">
          <ac:chgData name="Koli, Kritika EX1" userId="1c8c4374-6798-4ce5-81da-73202fe3f38b" providerId="ADAL" clId="{AA29A03A-77C2-489D-842E-7DA1983E5898}" dt="2024-03-14T13:02:59.234" v="2186" actId="1076"/>
          <ac:picMkLst>
            <pc:docMk/>
            <pc:sldMk cId="1276759494" sldId="297"/>
            <ac:picMk id="6" creationId="{7387607E-5E93-3296-689B-23F14257B177}"/>
          </ac:picMkLst>
        </pc:picChg>
      </pc:sldChg>
      <pc:sldChg chg="addSp modSp add del mod">
        <pc:chgData name="Koli, Kritika EX1" userId="1c8c4374-6798-4ce5-81da-73202fe3f38b" providerId="ADAL" clId="{AA29A03A-77C2-489D-842E-7DA1983E5898}" dt="2024-03-14T13:09:05.772" v="2458" actId="47"/>
        <pc:sldMkLst>
          <pc:docMk/>
          <pc:sldMk cId="2606450792" sldId="298"/>
        </pc:sldMkLst>
        <pc:picChg chg="add mod modCrop">
          <ac:chgData name="Koli, Kritika EX1" userId="1c8c4374-6798-4ce5-81da-73202fe3f38b" providerId="ADAL" clId="{AA29A03A-77C2-489D-842E-7DA1983E5898}" dt="2024-03-14T12:26:49.845" v="925" actId="14100"/>
          <ac:picMkLst>
            <pc:docMk/>
            <pc:sldMk cId="2606450792" sldId="298"/>
            <ac:picMk id="3" creationId="{7DF529FB-D525-3287-6C78-4F9980F36ED6}"/>
          </ac:picMkLst>
        </pc:picChg>
      </pc:sldChg>
      <pc:sldChg chg="addSp delSp modSp add mod">
        <pc:chgData name="Koli, Kritika EX1" userId="1c8c4374-6798-4ce5-81da-73202fe3f38b" providerId="ADAL" clId="{AA29A03A-77C2-489D-842E-7DA1983E5898}" dt="2024-03-14T13:03:08.267" v="2188" actId="1076"/>
        <pc:sldMkLst>
          <pc:docMk/>
          <pc:sldMk cId="2168065657" sldId="299"/>
        </pc:sldMkLst>
        <pc:spChg chg="add mod">
          <ac:chgData name="Koli, Kritika EX1" userId="1c8c4374-6798-4ce5-81da-73202fe3f38b" providerId="ADAL" clId="{AA29A03A-77C2-489D-842E-7DA1983E5898}" dt="2024-03-14T12:34:25.358" v="1098" actId="1038"/>
          <ac:spMkLst>
            <pc:docMk/>
            <pc:sldMk cId="2168065657" sldId="299"/>
            <ac:spMk id="4" creationId="{6C8F39C1-BC98-D886-0EFA-BC57BF73FCF8}"/>
          </ac:spMkLst>
        </pc:spChg>
        <pc:spChg chg="add mod">
          <ac:chgData name="Koli, Kritika EX1" userId="1c8c4374-6798-4ce5-81da-73202fe3f38b" providerId="ADAL" clId="{AA29A03A-77C2-489D-842E-7DA1983E5898}" dt="2024-03-14T12:50:52.592" v="1920" actId="1076"/>
          <ac:spMkLst>
            <pc:docMk/>
            <pc:sldMk cId="2168065657" sldId="299"/>
            <ac:spMk id="5" creationId="{425B93E2-6ED4-A05E-D94D-4136AAB1760A}"/>
          </ac:spMkLst>
        </pc:spChg>
        <pc:picChg chg="add mod modCrop">
          <ac:chgData name="Koli, Kritika EX1" userId="1c8c4374-6798-4ce5-81da-73202fe3f38b" providerId="ADAL" clId="{AA29A03A-77C2-489D-842E-7DA1983E5898}" dt="2024-03-14T12:27:00.975" v="929" actId="14100"/>
          <ac:picMkLst>
            <pc:docMk/>
            <pc:sldMk cId="2168065657" sldId="299"/>
            <ac:picMk id="3" creationId="{B1578991-5D74-20FD-C13A-7008A6DE4A08}"/>
          </ac:picMkLst>
        </pc:picChg>
        <pc:picChg chg="add mod">
          <ac:chgData name="Koli, Kritika EX1" userId="1c8c4374-6798-4ce5-81da-73202fe3f38b" providerId="ADAL" clId="{AA29A03A-77C2-489D-842E-7DA1983E5898}" dt="2024-03-14T13:03:08.267" v="2188" actId="1076"/>
          <ac:picMkLst>
            <pc:docMk/>
            <pc:sldMk cId="2168065657" sldId="299"/>
            <ac:picMk id="8" creationId="{F4978EC7-199A-6CCA-1853-182261C302D7}"/>
          </ac:picMkLst>
        </pc:picChg>
        <pc:cxnChg chg="add del mod">
          <ac:chgData name="Koli, Kritika EX1" userId="1c8c4374-6798-4ce5-81da-73202fe3f38b" providerId="ADAL" clId="{AA29A03A-77C2-489D-842E-7DA1983E5898}" dt="2024-03-14T12:59:34.351" v="2112"/>
          <ac:cxnSpMkLst>
            <pc:docMk/>
            <pc:sldMk cId="2168065657" sldId="299"/>
            <ac:cxnSpMk id="6" creationId="{F542F636-E7A0-F903-FC4D-5884147A17A8}"/>
          </ac:cxnSpMkLst>
        </pc:cxnChg>
        <pc:cxnChg chg="add mod">
          <ac:chgData name="Koli, Kritika EX1" userId="1c8c4374-6798-4ce5-81da-73202fe3f38b" providerId="ADAL" clId="{AA29A03A-77C2-489D-842E-7DA1983E5898}" dt="2024-03-14T12:59:51.597" v="2116" actId="1076"/>
          <ac:cxnSpMkLst>
            <pc:docMk/>
            <pc:sldMk cId="2168065657" sldId="299"/>
            <ac:cxnSpMk id="7" creationId="{3A7CD331-B395-FE66-3FC6-58CB6E03CDD9}"/>
          </ac:cxnSpMkLst>
        </pc:cxnChg>
      </pc:sldChg>
      <pc:sldChg chg="addSp delSp modSp add mod">
        <pc:chgData name="Koli, Kritika EX1" userId="1c8c4374-6798-4ce5-81da-73202fe3f38b" providerId="ADAL" clId="{AA29A03A-77C2-489D-842E-7DA1983E5898}" dt="2024-03-14T13:12:00.562" v="2510" actId="478"/>
        <pc:sldMkLst>
          <pc:docMk/>
          <pc:sldMk cId="2202329240" sldId="300"/>
        </pc:sldMkLst>
        <pc:spChg chg="add del mod">
          <ac:chgData name="Koli, Kritika EX1" userId="1c8c4374-6798-4ce5-81da-73202fe3f38b" providerId="ADAL" clId="{AA29A03A-77C2-489D-842E-7DA1983E5898}" dt="2024-03-14T13:12:00.562" v="2510" actId="478"/>
          <ac:spMkLst>
            <pc:docMk/>
            <pc:sldMk cId="2202329240" sldId="300"/>
            <ac:spMk id="4" creationId="{1D506093-1CDD-8B56-26BF-9C44E134ECCD}"/>
          </ac:spMkLst>
        </pc:spChg>
        <pc:spChg chg="add del mod">
          <ac:chgData name="Koli, Kritika EX1" userId="1c8c4374-6798-4ce5-81da-73202fe3f38b" providerId="ADAL" clId="{AA29A03A-77C2-489D-842E-7DA1983E5898}" dt="2024-03-14T12:33:50.957" v="1080" actId="478"/>
          <ac:spMkLst>
            <pc:docMk/>
            <pc:sldMk cId="2202329240" sldId="300"/>
            <ac:spMk id="5" creationId="{A8B302F1-EDB4-3257-FB6A-091FE5D66F58}"/>
          </ac:spMkLst>
        </pc:spChg>
        <pc:spChg chg="add mod">
          <ac:chgData name="Koli, Kritika EX1" userId="1c8c4374-6798-4ce5-81da-73202fe3f38b" providerId="ADAL" clId="{AA29A03A-77C2-489D-842E-7DA1983E5898}" dt="2024-03-14T12:34:11.259" v="1087" actId="1076"/>
          <ac:spMkLst>
            <pc:docMk/>
            <pc:sldMk cId="2202329240" sldId="300"/>
            <ac:spMk id="6" creationId="{7534E209-2613-AF6C-BA95-EB152C34D640}"/>
          </ac:spMkLst>
        </pc:spChg>
        <pc:spChg chg="add mod">
          <ac:chgData name="Koli, Kritika EX1" userId="1c8c4374-6798-4ce5-81da-73202fe3f38b" providerId="ADAL" clId="{AA29A03A-77C2-489D-842E-7DA1983E5898}" dt="2024-03-14T12:33:59.865" v="1083" actId="1076"/>
          <ac:spMkLst>
            <pc:docMk/>
            <pc:sldMk cId="2202329240" sldId="300"/>
            <ac:spMk id="7" creationId="{17B3AA02-58EE-934A-8355-4168797458AA}"/>
          </ac:spMkLst>
        </pc:spChg>
        <pc:spChg chg="add mod">
          <ac:chgData name="Koli, Kritika EX1" userId="1c8c4374-6798-4ce5-81da-73202fe3f38b" providerId="ADAL" clId="{AA29A03A-77C2-489D-842E-7DA1983E5898}" dt="2024-03-14T13:11:54.992" v="2503" actId="1035"/>
          <ac:spMkLst>
            <pc:docMk/>
            <pc:sldMk cId="2202329240" sldId="300"/>
            <ac:spMk id="8" creationId="{444A2112-68E9-A216-9AD6-4FB364977C96}"/>
          </ac:spMkLst>
        </pc:spChg>
        <pc:spChg chg="add mod">
          <ac:chgData name="Koli, Kritika EX1" userId="1c8c4374-6798-4ce5-81da-73202fe3f38b" providerId="ADAL" clId="{AA29A03A-77C2-489D-842E-7DA1983E5898}" dt="2024-03-14T13:00:29.579" v="2158" actId="1036"/>
          <ac:spMkLst>
            <pc:docMk/>
            <pc:sldMk cId="2202329240" sldId="300"/>
            <ac:spMk id="9" creationId="{83E56A06-C849-096B-7E0D-2C96BBA43722}"/>
          </ac:spMkLst>
        </pc:spChg>
        <pc:picChg chg="add mod modCrop">
          <ac:chgData name="Koli, Kritika EX1" userId="1c8c4374-6798-4ce5-81da-73202fe3f38b" providerId="ADAL" clId="{AA29A03A-77C2-489D-842E-7DA1983E5898}" dt="2024-03-14T12:27:13.866" v="938" actId="14100"/>
          <ac:picMkLst>
            <pc:docMk/>
            <pc:sldMk cId="2202329240" sldId="300"/>
            <ac:picMk id="3" creationId="{77C953CE-9C15-B2CD-D7EF-2C6E3A5425D5}"/>
          </ac:picMkLst>
        </pc:picChg>
        <pc:cxnChg chg="add del mod">
          <ac:chgData name="Koli, Kritika EX1" userId="1c8c4374-6798-4ce5-81da-73202fe3f38b" providerId="ADAL" clId="{AA29A03A-77C2-489D-842E-7DA1983E5898}" dt="2024-03-14T13:11:01.133" v="2483" actId="21"/>
          <ac:cxnSpMkLst>
            <pc:docMk/>
            <pc:sldMk cId="2202329240" sldId="300"/>
            <ac:cxnSpMk id="10" creationId="{8D40C72E-CCBD-891F-39E5-888D4BACA2A9}"/>
          </ac:cxnSpMkLst>
        </pc:cxnChg>
        <pc:cxnChg chg="add mod">
          <ac:chgData name="Koli, Kritika EX1" userId="1c8c4374-6798-4ce5-81da-73202fe3f38b" providerId="ADAL" clId="{AA29A03A-77C2-489D-842E-7DA1983E5898}" dt="2024-03-14T13:11:58.337" v="2509" actId="1036"/>
          <ac:cxnSpMkLst>
            <pc:docMk/>
            <pc:sldMk cId="2202329240" sldId="300"/>
            <ac:cxnSpMk id="13" creationId="{89C893DD-E9E1-C1E0-744B-16A89F63027E}"/>
          </ac:cxnSpMkLst>
        </pc:cxnChg>
        <pc:cxnChg chg="add mod">
          <ac:chgData name="Koli, Kritika EX1" userId="1c8c4374-6798-4ce5-81da-73202fe3f38b" providerId="ADAL" clId="{AA29A03A-77C2-489D-842E-7DA1983E5898}" dt="2024-03-14T13:00:24.361" v="2147" actId="1076"/>
          <ac:cxnSpMkLst>
            <pc:docMk/>
            <pc:sldMk cId="2202329240" sldId="300"/>
            <ac:cxnSpMk id="14" creationId="{D1A82005-A45C-8F34-71C9-BFE1256C4790}"/>
          </ac:cxnSpMkLst>
        </pc:cxnChg>
      </pc:sldChg>
      <pc:sldChg chg="addSp modSp add mod ord">
        <pc:chgData name="Koli, Kritika EX1" userId="1c8c4374-6798-4ce5-81da-73202fe3f38b" providerId="ADAL" clId="{AA29A03A-77C2-489D-842E-7DA1983E5898}" dt="2024-03-14T13:04:48.227" v="2359" actId="20577"/>
        <pc:sldMkLst>
          <pc:docMk/>
          <pc:sldMk cId="3901101629" sldId="301"/>
        </pc:sldMkLst>
        <pc:spChg chg="add mod">
          <ac:chgData name="Koli, Kritika EX1" userId="1c8c4374-6798-4ce5-81da-73202fe3f38b" providerId="ADAL" clId="{AA29A03A-77C2-489D-842E-7DA1983E5898}" dt="2024-03-14T13:04:48.227" v="2359" actId="20577"/>
          <ac:spMkLst>
            <pc:docMk/>
            <pc:sldMk cId="3901101629" sldId="301"/>
            <ac:spMk id="4" creationId="{6AED762B-4D32-7648-2CE5-83750CFBE9C0}"/>
          </ac:spMkLst>
        </pc:spChg>
        <pc:picChg chg="add mod modCrop">
          <ac:chgData name="Koli, Kritika EX1" userId="1c8c4374-6798-4ce5-81da-73202fe3f38b" providerId="ADAL" clId="{AA29A03A-77C2-489D-842E-7DA1983E5898}" dt="2024-03-14T12:27:18.807" v="939" actId="1076"/>
          <ac:picMkLst>
            <pc:docMk/>
            <pc:sldMk cId="3901101629" sldId="301"/>
            <ac:picMk id="3" creationId="{0D027F7E-8EB0-0AB8-BAE0-3DE43849D596}"/>
          </ac:picMkLst>
        </pc:picChg>
      </pc:sldChg>
      <pc:sldChg chg="addSp delSp modSp add del mod">
        <pc:chgData name="Koli, Kritika EX1" userId="1c8c4374-6798-4ce5-81da-73202fe3f38b" providerId="ADAL" clId="{AA29A03A-77C2-489D-842E-7DA1983E5898}" dt="2024-03-14T13:13:38.066" v="2546" actId="47"/>
        <pc:sldMkLst>
          <pc:docMk/>
          <pc:sldMk cId="2658380402" sldId="302"/>
        </pc:sldMkLst>
        <pc:spChg chg="add del mod">
          <ac:chgData name="Koli, Kritika EX1" userId="1c8c4374-6798-4ce5-81da-73202fe3f38b" providerId="ADAL" clId="{AA29A03A-77C2-489D-842E-7DA1983E5898}" dt="2024-03-14T13:12:42.767" v="2530" actId="21"/>
          <ac:spMkLst>
            <pc:docMk/>
            <pc:sldMk cId="2658380402" sldId="302"/>
            <ac:spMk id="4" creationId="{3464DB66-00E8-CE19-3115-0C6175B014E8}"/>
          </ac:spMkLst>
        </pc:spChg>
        <pc:spChg chg="add del">
          <ac:chgData name="Koli, Kritika EX1" userId="1c8c4374-6798-4ce5-81da-73202fe3f38b" providerId="ADAL" clId="{AA29A03A-77C2-489D-842E-7DA1983E5898}" dt="2024-03-14T12:55:03.445" v="2008" actId="22"/>
          <ac:spMkLst>
            <pc:docMk/>
            <pc:sldMk cId="2658380402" sldId="302"/>
            <ac:spMk id="6" creationId="{CEA2A372-4352-3B3F-3AEA-B8F0DD4EAA2C}"/>
          </ac:spMkLst>
        </pc:spChg>
        <pc:spChg chg="add del mod">
          <ac:chgData name="Koli, Kritika EX1" userId="1c8c4374-6798-4ce5-81da-73202fe3f38b" providerId="ADAL" clId="{AA29A03A-77C2-489D-842E-7DA1983E5898}" dt="2024-03-14T13:12:42.767" v="2530" actId="21"/>
          <ac:spMkLst>
            <pc:docMk/>
            <pc:sldMk cId="2658380402" sldId="302"/>
            <ac:spMk id="7" creationId="{50FB3BC8-3F8B-460E-5069-91BB497DC289}"/>
          </ac:spMkLst>
        </pc:spChg>
        <pc:picChg chg="add mod modCrop">
          <ac:chgData name="Koli, Kritika EX1" userId="1c8c4374-6798-4ce5-81da-73202fe3f38b" providerId="ADAL" clId="{AA29A03A-77C2-489D-842E-7DA1983E5898}" dt="2024-03-14T12:33:26.458" v="1069" actId="1076"/>
          <ac:picMkLst>
            <pc:docMk/>
            <pc:sldMk cId="2658380402" sldId="302"/>
            <ac:picMk id="3" creationId="{6DA88BA4-E371-240F-315D-14F485F8A07C}"/>
          </ac:picMkLst>
        </pc:picChg>
        <pc:picChg chg="add del mod">
          <ac:chgData name="Koli, Kritika EX1" userId="1c8c4374-6798-4ce5-81da-73202fe3f38b" providerId="ADAL" clId="{AA29A03A-77C2-489D-842E-7DA1983E5898}" dt="2024-03-14T13:13:30.902" v="2543" actId="21"/>
          <ac:picMkLst>
            <pc:docMk/>
            <pc:sldMk cId="2658380402" sldId="302"/>
            <ac:picMk id="9" creationId="{9E9F3CB0-2320-8175-2AB6-98E27A8CDA99}"/>
          </ac:picMkLst>
        </pc:picChg>
        <pc:cxnChg chg="add del mod">
          <ac:chgData name="Koli, Kritika EX1" userId="1c8c4374-6798-4ce5-81da-73202fe3f38b" providerId="ADAL" clId="{AA29A03A-77C2-489D-842E-7DA1983E5898}" dt="2024-03-14T13:12:42.767" v="2530" actId="21"/>
          <ac:cxnSpMkLst>
            <pc:docMk/>
            <pc:sldMk cId="2658380402" sldId="302"/>
            <ac:cxnSpMk id="8" creationId="{F4D2360F-7AAC-894B-9631-F4C7CC30FAF9}"/>
          </ac:cxnSpMkLst>
        </pc:cxnChg>
      </pc:sldChg>
      <pc:sldChg chg="addSp modSp new mod">
        <pc:chgData name="Koli, Kritika EX1" userId="1c8c4374-6798-4ce5-81da-73202fe3f38b" providerId="ADAL" clId="{AA29A03A-77C2-489D-842E-7DA1983E5898}" dt="2024-03-14T13:03:40.192" v="2219" actId="1038"/>
        <pc:sldMkLst>
          <pc:docMk/>
          <pc:sldMk cId="2687702104" sldId="303"/>
        </pc:sldMkLst>
        <pc:spChg chg="add mod">
          <ac:chgData name="Koli, Kritika EX1" userId="1c8c4374-6798-4ce5-81da-73202fe3f38b" providerId="ADAL" clId="{AA29A03A-77C2-489D-842E-7DA1983E5898}" dt="2024-03-14T12:33:22.928" v="1068" actId="14100"/>
          <ac:spMkLst>
            <pc:docMk/>
            <pc:sldMk cId="2687702104" sldId="303"/>
            <ac:spMk id="4" creationId="{2C08C31E-80A7-6507-DCB6-995D8E2C6B2D}"/>
          </ac:spMkLst>
        </pc:spChg>
        <pc:spChg chg="add mod">
          <ac:chgData name="Koli, Kritika EX1" userId="1c8c4374-6798-4ce5-81da-73202fe3f38b" providerId="ADAL" clId="{AA29A03A-77C2-489D-842E-7DA1983E5898}" dt="2024-03-14T12:55:56.884" v="2052" actId="1076"/>
          <ac:spMkLst>
            <pc:docMk/>
            <pc:sldMk cId="2687702104" sldId="303"/>
            <ac:spMk id="5" creationId="{6D6795E0-7256-227B-0D9A-08F4C64384BC}"/>
          </ac:spMkLst>
        </pc:spChg>
        <pc:picChg chg="add mod modCrop">
          <ac:chgData name="Koli, Kritika EX1" userId="1c8c4374-6798-4ce5-81da-73202fe3f38b" providerId="ADAL" clId="{AA29A03A-77C2-489D-842E-7DA1983E5898}" dt="2024-03-14T12:33:13.756" v="1066" actId="1076"/>
          <ac:picMkLst>
            <pc:docMk/>
            <pc:sldMk cId="2687702104" sldId="303"/>
            <ac:picMk id="3" creationId="{A7A705FB-E2F4-790B-6FBB-F214B89493E0}"/>
          </ac:picMkLst>
        </pc:picChg>
        <pc:picChg chg="add mod">
          <ac:chgData name="Koli, Kritika EX1" userId="1c8c4374-6798-4ce5-81da-73202fe3f38b" providerId="ADAL" clId="{AA29A03A-77C2-489D-842E-7DA1983E5898}" dt="2024-03-14T13:03:40.192" v="2219" actId="1038"/>
          <ac:picMkLst>
            <pc:docMk/>
            <pc:sldMk cId="2687702104" sldId="303"/>
            <ac:picMk id="9" creationId="{CC247890-4E72-90F6-0331-5E6A21661072}"/>
          </ac:picMkLst>
        </pc:picChg>
        <pc:cxnChg chg="add mod">
          <ac:chgData name="Koli, Kritika EX1" userId="1c8c4374-6798-4ce5-81da-73202fe3f38b" providerId="ADAL" clId="{AA29A03A-77C2-489D-842E-7DA1983E5898}" dt="2024-03-14T13:00:51.235" v="2164" actId="14100"/>
          <ac:cxnSpMkLst>
            <pc:docMk/>
            <pc:sldMk cId="2687702104" sldId="303"/>
            <ac:cxnSpMk id="6" creationId="{3FD134AC-B708-9517-3F7E-405FD8BA8960}"/>
          </ac:cxnSpMkLst>
        </pc:cxnChg>
      </pc:sldChg>
      <pc:sldChg chg="new del">
        <pc:chgData name="Koli, Kritika EX1" userId="1c8c4374-6798-4ce5-81da-73202fe3f38b" providerId="ADAL" clId="{AA29A03A-77C2-489D-842E-7DA1983E5898}" dt="2024-03-14T13:14:22.693" v="2563" actId="47"/>
        <pc:sldMkLst>
          <pc:docMk/>
          <pc:sldMk cId="203781758" sldId="304"/>
        </pc:sldMkLst>
      </pc:sldChg>
      <pc:sldChg chg="new del">
        <pc:chgData name="Koli, Kritika EX1" userId="1c8c4374-6798-4ce5-81da-73202fe3f38b" providerId="ADAL" clId="{AA29A03A-77C2-489D-842E-7DA1983E5898}" dt="2024-03-14T13:04:51.126" v="2360" actId="47"/>
        <pc:sldMkLst>
          <pc:docMk/>
          <pc:sldMk cId="799682320" sldId="304"/>
        </pc:sldMkLst>
      </pc:sldChg>
      <pc:sldChg chg="modSp new mod">
        <pc:chgData name="Koli, Kritika EX1" userId="1c8c4374-6798-4ce5-81da-73202fe3f38b" providerId="ADAL" clId="{AA29A03A-77C2-489D-842E-7DA1983E5898}" dt="2024-03-14T13:14:38.453" v="2579" actId="1076"/>
        <pc:sldMkLst>
          <pc:docMk/>
          <pc:sldMk cId="1639325327" sldId="304"/>
        </pc:sldMkLst>
        <pc:spChg chg="mod">
          <ac:chgData name="Koli, Kritika EX1" userId="1c8c4374-6798-4ce5-81da-73202fe3f38b" providerId="ADAL" clId="{AA29A03A-77C2-489D-842E-7DA1983E5898}" dt="2024-03-14T13:14:38.453" v="2579" actId="1076"/>
          <ac:spMkLst>
            <pc:docMk/>
            <pc:sldMk cId="1639325327" sldId="304"/>
            <ac:spMk id="2" creationId="{DAB186F5-45C6-9252-4D09-2C8E21240A3C}"/>
          </ac:spMkLst>
        </pc:spChg>
      </pc:sldChg>
      <pc:sldChg chg="new del">
        <pc:chgData name="Koli, Kritika EX1" userId="1c8c4374-6798-4ce5-81da-73202fe3f38b" providerId="ADAL" clId="{AA29A03A-77C2-489D-842E-7DA1983E5898}" dt="2024-03-14T13:04:51.828" v="2361" actId="47"/>
        <pc:sldMkLst>
          <pc:docMk/>
          <pc:sldMk cId="2357212719" sldId="305"/>
        </pc:sldMkLst>
      </pc:sldChg>
      <pc:sldChg chg="new del">
        <pc:chgData name="Koli, Kritika EX1" userId="1c8c4374-6798-4ce5-81da-73202fe3f38b" providerId="ADAL" clId="{AA29A03A-77C2-489D-842E-7DA1983E5898}" dt="2024-03-14T13:04:52.643" v="2362" actId="47"/>
        <pc:sldMkLst>
          <pc:docMk/>
          <pc:sldMk cId="432002403" sldId="306"/>
        </pc:sldMkLst>
      </pc:sldChg>
      <pc:sldChg chg="new del">
        <pc:chgData name="Koli, Kritika EX1" userId="1c8c4374-6798-4ce5-81da-73202fe3f38b" providerId="ADAL" clId="{AA29A03A-77C2-489D-842E-7DA1983E5898}" dt="2024-03-14T13:04:53.651" v="2363" actId="47"/>
        <pc:sldMkLst>
          <pc:docMk/>
          <pc:sldMk cId="2682918811" sldId="307"/>
        </pc:sldMkLst>
      </pc:sldChg>
      <pc:sldChg chg="new del">
        <pc:chgData name="Koli, Kritika EX1" userId="1c8c4374-6798-4ce5-81da-73202fe3f38b" providerId="ADAL" clId="{AA29A03A-77C2-489D-842E-7DA1983E5898}" dt="2024-03-14T13:04:54.662" v="2364" actId="47"/>
        <pc:sldMkLst>
          <pc:docMk/>
          <pc:sldMk cId="2782044282" sldId="308"/>
        </pc:sldMkLst>
      </pc:sldChg>
      <pc:sldChg chg="add del">
        <pc:chgData name="Koli, Kritika EX1" userId="1c8c4374-6798-4ce5-81da-73202fe3f38b" providerId="ADAL" clId="{AA29A03A-77C2-489D-842E-7DA1983E5898}" dt="2024-03-14T12:40:17.458" v="1250"/>
        <pc:sldMkLst>
          <pc:docMk/>
          <pc:sldMk cId="3492647393" sldId="309"/>
        </pc:sldMkLst>
      </pc:sldChg>
    </pc:docChg>
  </pc:docChgLst>
  <pc:docChgLst>
    <pc:chgData name="Koli, Kritika EX1" userId="1c8c4374-6798-4ce5-81da-73202fe3f38b" providerId="ADAL" clId="{7D2111D0-4E78-4DDF-9FD3-C540033BCA6E}"/>
    <pc:docChg chg="undo custSel addSld delSld modSld sldOrd">
      <pc:chgData name="Koli, Kritika EX1" userId="1c8c4374-6798-4ce5-81da-73202fe3f38b" providerId="ADAL" clId="{7D2111D0-4E78-4DDF-9FD3-C540033BCA6E}" dt="2024-04-01T10:52:18.151" v="5026" actId="255"/>
      <pc:docMkLst>
        <pc:docMk/>
      </pc:docMkLst>
      <pc:sldChg chg="addSp delSp modSp add mod">
        <pc:chgData name="Koli, Kritika EX1" userId="1c8c4374-6798-4ce5-81da-73202fe3f38b" providerId="ADAL" clId="{7D2111D0-4E78-4DDF-9FD3-C540033BCA6E}" dt="2024-04-01T05:54:17.910" v="296" actId="14100"/>
        <pc:sldMkLst>
          <pc:docMk/>
          <pc:sldMk cId="750063151" sldId="260"/>
        </pc:sldMkLst>
        <pc:spChg chg="del mod">
          <ac:chgData name="Koli, Kritika EX1" userId="1c8c4374-6798-4ce5-81da-73202fe3f38b" providerId="ADAL" clId="{7D2111D0-4E78-4DDF-9FD3-C540033BCA6E}" dt="2024-04-01T05:46:06.666" v="75" actId="478"/>
          <ac:spMkLst>
            <pc:docMk/>
            <pc:sldMk cId="750063151" sldId="260"/>
            <ac:spMk id="4" creationId="{8523E554-CE1B-4628-3BF5-BCCEE113C0E5}"/>
          </ac:spMkLst>
        </pc:spChg>
        <pc:spChg chg="add mod">
          <ac:chgData name="Koli, Kritika EX1" userId="1c8c4374-6798-4ce5-81da-73202fe3f38b" providerId="ADAL" clId="{7D2111D0-4E78-4DDF-9FD3-C540033BCA6E}" dt="2024-04-01T05:46:44.569" v="118" actId="1076"/>
          <ac:spMkLst>
            <pc:docMk/>
            <pc:sldMk cId="750063151" sldId="260"/>
            <ac:spMk id="5" creationId="{56288E71-A82B-C69E-1658-5636F2E2162B}"/>
          </ac:spMkLst>
        </pc:spChg>
        <pc:spChg chg="add mod">
          <ac:chgData name="Koli, Kritika EX1" userId="1c8c4374-6798-4ce5-81da-73202fe3f38b" providerId="ADAL" clId="{7D2111D0-4E78-4DDF-9FD3-C540033BCA6E}" dt="2024-04-01T05:54:17.910" v="296" actId="14100"/>
          <ac:spMkLst>
            <pc:docMk/>
            <pc:sldMk cId="750063151" sldId="260"/>
            <ac:spMk id="7" creationId="{01A34ED3-BB03-1F4C-3F3D-F0E4D532BE7B}"/>
          </ac:spMkLst>
        </pc:spChg>
        <pc:spChg chg="add mod">
          <ac:chgData name="Koli, Kritika EX1" userId="1c8c4374-6798-4ce5-81da-73202fe3f38b" providerId="ADAL" clId="{7D2111D0-4E78-4DDF-9FD3-C540033BCA6E}" dt="2024-04-01T05:47:26.401" v="152" actId="1037"/>
          <ac:spMkLst>
            <pc:docMk/>
            <pc:sldMk cId="750063151" sldId="260"/>
            <ac:spMk id="8" creationId="{A7D01C3B-3116-597F-1D7A-FCF0724D5F3C}"/>
          </ac:spMkLst>
        </pc:spChg>
        <pc:spChg chg="add mod">
          <ac:chgData name="Koli, Kritika EX1" userId="1c8c4374-6798-4ce5-81da-73202fe3f38b" providerId="ADAL" clId="{7D2111D0-4E78-4DDF-9FD3-C540033BCA6E}" dt="2024-04-01T05:47:26.401" v="152" actId="1037"/>
          <ac:spMkLst>
            <pc:docMk/>
            <pc:sldMk cId="750063151" sldId="260"/>
            <ac:spMk id="9" creationId="{D86BF26E-F1BC-49C6-3193-D7B07C73B614}"/>
          </ac:spMkLst>
        </pc:spChg>
        <pc:picChg chg="mod">
          <ac:chgData name="Koli, Kritika EX1" userId="1c8c4374-6798-4ce5-81da-73202fe3f38b" providerId="ADAL" clId="{7D2111D0-4E78-4DDF-9FD3-C540033BCA6E}" dt="2024-04-01T05:46:40.135" v="116" actId="1076"/>
          <ac:picMkLst>
            <pc:docMk/>
            <pc:sldMk cId="750063151" sldId="260"/>
            <ac:picMk id="2" creationId="{0CB1933F-A8BB-3143-17A9-AA1B293A5F65}"/>
          </ac:picMkLst>
        </pc:picChg>
        <pc:picChg chg="del">
          <ac:chgData name="Koli, Kritika EX1" userId="1c8c4374-6798-4ce5-81da-73202fe3f38b" providerId="ADAL" clId="{7D2111D0-4E78-4DDF-9FD3-C540033BCA6E}" dt="2024-04-01T05:44:10.169" v="67" actId="478"/>
          <ac:picMkLst>
            <pc:docMk/>
            <pc:sldMk cId="750063151" sldId="260"/>
            <ac:picMk id="3" creationId="{F7BCD538-D64F-3BD2-1DEC-D0E56ADC8486}"/>
          </ac:picMkLst>
        </pc:picChg>
        <pc:cxnChg chg="add mod">
          <ac:chgData name="Koli, Kritika EX1" userId="1c8c4374-6798-4ce5-81da-73202fe3f38b" providerId="ADAL" clId="{7D2111D0-4E78-4DDF-9FD3-C540033BCA6E}" dt="2024-04-01T05:46:36.273" v="114" actId="1037"/>
          <ac:cxnSpMkLst>
            <pc:docMk/>
            <pc:sldMk cId="750063151" sldId="260"/>
            <ac:cxnSpMk id="6" creationId="{3EFF328E-8E64-51A5-9670-140073192756}"/>
          </ac:cxnSpMkLst>
        </pc:cxnChg>
        <pc:cxnChg chg="add mod">
          <ac:chgData name="Koli, Kritika EX1" userId="1c8c4374-6798-4ce5-81da-73202fe3f38b" providerId="ADAL" clId="{7D2111D0-4E78-4DDF-9FD3-C540033BCA6E}" dt="2024-04-01T05:47:53.423" v="196" actId="14100"/>
          <ac:cxnSpMkLst>
            <pc:docMk/>
            <pc:sldMk cId="750063151" sldId="260"/>
            <ac:cxnSpMk id="10" creationId="{F4A94157-F4FF-E280-6A13-1B0142850E93}"/>
          </ac:cxnSpMkLst>
        </pc:cxnChg>
      </pc:sldChg>
      <pc:sldChg chg="addSp delSp modSp add del mod">
        <pc:chgData name="Koli, Kritika EX1" userId="1c8c4374-6798-4ce5-81da-73202fe3f38b" providerId="ADAL" clId="{7D2111D0-4E78-4DDF-9FD3-C540033BCA6E}" dt="2024-04-01T09:15:51.723" v="2369" actId="47"/>
        <pc:sldMkLst>
          <pc:docMk/>
          <pc:sldMk cId="289413439" sldId="261"/>
        </pc:sldMkLst>
        <pc:spChg chg="add mod">
          <ac:chgData name="Koli, Kritika EX1" userId="1c8c4374-6798-4ce5-81da-73202fe3f38b" providerId="ADAL" clId="{7D2111D0-4E78-4DDF-9FD3-C540033BCA6E}" dt="2024-04-01T06:33:16.337" v="709" actId="1076"/>
          <ac:spMkLst>
            <pc:docMk/>
            <pc:sldMk cId="289413439" sldId="261"/>
            <ac:spMk id="4" creationId="{A7A6FE5D-1CB5-3780-10F0-3D4A04AEBA57}"/>
          </ac:spMkLst>
        </pc:spChg>
        <pc:spChg chg="del">
          <ac:chgData name="Koli, Kritika EX1" userId="1c8c4374-6798-4ce5-81da-73202fe3f38b" providerId="ADAL" clId="{7D2111D0-4E78-4DDF-9FD3-C540033BCA6E}" dt="2024-04-01T05:56:36.476" v="442" actId="478"/>
          <ac:spMkLst>
            <pc:docMk/>
            <pc:sldMk cId="289413439" sldId="261"/>
            <ac:spMk id="5" creationId="{95429C97-5E4A-3EC6-7461-32C1926DE6DC}"/>
          </ac:spMkLst>
        </pc:spChg>
        <pc:spChg chg="add mod">
          <ac:chgData name="Koli, Kritika EX1" userId="1c8c4374-6798-4ce5-81da-73202fe3f38b" providerId="ADAL" clId="{7D2111D0-4E78-4DDF-9FD3-C540033BCA6E}" dt="2024-04-01T09:11:47.198" v="2206" actId="20577"/>
          <ac:spMkLst>
            <pc:docMk/>
            <pc:sldMk cId="289413439" sldId="261"/>
            <ac:spMk id="6" creationId="{6BC4B195-15FC-FF1A-4829-46C6EF6079BE}"/>
          </ac:spMkLst>
        </pc:spChg>
        <pc:spChg chg="add del mod">
          <ac:chgData name="Koli, Kritika EX1" userId="1c8c4374-6798-4ce5-81da-73202fe3f38b" providerId="ADAL" clId="{7D2111D0-4E78-4DDF-9FD3-C540033BCA6E}" dt="2024-04-01T06:32:12.418" v="696"/>
          <ac:spMkLst>
            <pc:docMk/>
            <pc:sldMk cId="289413439" sldId="261"/>
            <ac:spMk id="7" creationId="{AB3FA9DF-A791-C615-337F-0FE1DBEE8D02}"/>
          </ac:spMkLst>
        </pc:spChg>
        <pc:spChg chg="add mod">
          <ac:chgData name="Koli, Kritika EX1" userId="1c8c4374-6798-4ce5-81da-73202fe3f38b" providerId="ADAL" clId="{7D2111D0-4E78-4DDF-9FD3-C540033BCA6E}" dt="2024-04-01T09:03:33.178" v="2048" actId="1035"/>
          <ac:spMkLst>
            <pc:docMk/>
            <pc:sldMk cId="289413439" sldId="261"/>
            <ac:spMk id="15" creationId="{AF22148C-5B31-C2A8-B79A-A60779A93769}"/>
          </ac:spMkLst>
        </pc:spChg>
        <pc:picChg chg="del">
          <ac:chgData name="Koli, Kritika EX1" userId="1c8c4374-6798-4ce5-81da-73202fe3f38b" providerId="ADAL" clId="{7D2111D0-4E78-4DDF-9FD3-C540033BCA6E}" dt="2024-04-01T05:57:33.479" v="452" actId="478"/>
          <ac:picMkLst>
            <pc:docMk/>
            <pc:sldMk cId="289413439" sldId="261"/>
            <ac:picMk id="2" creationId="{27DFF3B8-7B83-D4FF-500E-3CA39BC98255}"/>
          </ac:picMkLst>
        </pc:picChg>
        <pc:picChg chg="mod">
          <ac:chgData name="Koli, Kritika EX1" userId="1c8c4374-6798-4ce5-81da-73202fe3f38b" providerId="ADAL" clId="{7D2111D0-4E78-4DDF-9FD3-C540033BCA6E}" dt="2024-04-01T09:12:15.801" v="2210" actId="14100"/>
          <ac:picMkLst>
            <pc:docMk/>
            <pc:sldMk cId="289413439" sldId="261"/>
            <ac:picMk id="3" creationId="{E3D53DFD-B4E3-CB2C-8A41-29A233255198}"/>
          </ac:picMkLst>
        </pc:picChg>
        <pc:picChg chg="add del mod">
          <ac:chgData name="Koli, Kritika EX1" userId="1c8c4374-6798-4ce5-81da-73202fe3f38b" providerId="ADAL" clId="{7D2111D0-4E78-4DDF-9FD3-C540033BCA6E}" dt="2024-04-01T09:03:11.004" v="2018" actId="478"/>
          <ac:picMkLst>
            <pc:docMk/>
            <pc:sldMk cId="289413439" sldId="261"/>
            <ac:picMk id="12" creationId="{B023AABA-14F1-8CE1-1418-89DD69558D8A}"/>
          </ac:picMkLst>
        </pc:picChg>
        <pc:picChg chg="add mod">
          <ac:chgData name="Koli, Kritika EX1" userId="1c8c4374-6798-4ce5-81da-73202fe3f38b" providerId="ADAL" clId="{7D2111D0-4E78-4DDF-9FD3-C540033BCA6E}" dt="2024-04-01T09:03:28.186" v="2042" actId="14100"/>
          <ac:picMkLst>
            <pc:docMk/>
            <pc:sldMk cId="289413439" sldId="261"/>
            <ac:picMk id="16" creationId="{17E1AE4D-54BB-D2C8-BC76-753088539DEF}"/>
          </ac:picMkLst>
        </pc:picChg>
        <pc:cxnChg chg="add mod">
          <ac:chgData name="Koli, Kritika EX1" userId="1c8c4374-6798-4ce5-81da-73202fe3f38b" providerId="ADAL" clId="{7D2111D0-4E78-4DDF-9FD3-C540033BCA6E}" dt="2024-04-01T06:33:30.938" v="713" actId="14100"/>
          <ac:cxnSpMkLst>
            <pc:docMk/>
            <pc:sldMk cId="289413439" sldId="261"/>
            <ac:cxnSpMk id="8" creationId="{4C846A7D-4A61-0D1B-5B02-2B0D90C0B259}"/>
          </ac:cxnSpMkLst>
        </pc:cxnChg>
        <pc:cxnChg chg="add del mod">
          <ac:chgData name="Koli, Kritika EX1" userId="1c8c4374-6798-4ce5-81da-73202fe3f38b" providerId="ADAL" clId="{7D2111D0-4E78-4DDF-9FD3-C540033BCA6E}" dt="2024-04-01T06:33:33.404" v="714" actId="478"/>
          <ac:cxnSpMkLst>
            <pc:docMk/>
            <pc:sldMk cId="289413439" sldId="261"/>
            <ac:cxnSpMk id="11" creationId="{51F438EE-B5AE-E789-AD45-B4242709DDB2}"/>
          </ac:cxnSpMkLst>
        </pc:cxnChg>
      </pc:sldChg>
      <pc:sldChg chg="addSp delSp modSp add mod addCm">
        <pc:chgData name="Koli, Kritika EX1" userId="1c8c4374-6798-4ce5-81da-73202fe3f38b" providerId="ADAL" clId="{7D2111D0-4E78-4DDF-9FD3-C540033BCA6E}" dt="2024-04-01T09:22:37.250" v="2461" actId="14100"/>
        <pc:sldMkLst>
          <pc:docMk/>
          <pc:sldMk cId="656734332" sldId="265"/>
        </pc:sldMkLst>
        <pc:spChg chg="add del mod">
          <ac:chgData name="Koli, Kritika EX1" userId="1c8c4374-6798-4ce5-81da-73202fe3f38b" providerId="ADAL" clId="{7D2111D0-4E78-4DDF-9FD3-C540033BCA6E}" dt="2024-04-01T09:21:34.348" v="2446" actId="478"/>
          <ac:spMkLst>
            <pc:docMk/>
            <pc:sldMk cId="656734332" sldId="265"/>
            <ac:spMk id="3" creationId="{44201670-2570-FBA8-E75D-8A756990F784}"/>
          </ac:spMkLst>
        </pc:spChg>
        <pc:spChg chg="del">
          <ac:chgData name="Koli, Kritika EX1" userId="1c8c4374-6798-4ce5-81da-73202fe3f38b" providerId="ADAL" clId="{7D2111D0-4E78-4DDF-9FD3-C540033BCA6E}" dt="2024-04-01T06:26:23.752" v="543" actId="21"/>
          <ac:spMkLst>
            <pc:docMk/>
            <pc:sldMk cId="656734332" sldId="265"/>
            <ac:spMk id="4" creationId="{8A4DADCC-0CCE-795D-F7C9-F4098772F970}"/>
          </ac:spMkLst>
        </pc:spChg>
        <pc:picChg chg="del mod">
          <ac:chgData name="Koli, Kritika EX1" userId="1c8c4374-6798-4ce5-81da-73202fe3f38b" providerId="ADAL" clId="{7D2111D0-4E78-4DDF-9FD3-C540033BCA6E}" dt="2024-04-01T09:21:32.325" v="2445" actId="478"/>
          <ac:picMkLst>
            <pc:docMk/>
            <pc:sldMk cId="656734332" sldId="265"/>
            <ac:picMk id="2" creationId="{AD90AAD1-0499-3060-C569-E1B93846A8B7}"/>
          </ac:picMkLst>
        </pc:picChg>
        <pc:picChg chg="add mod modCrop">
          <ac:chgData name="Koli, Kritika EX1" userId="1c8c4374-6798-4ce5-81da-73202fe3f38b" providerId="ADAL" clId="{7D2111D0-4E78-4DDF-9FD3-C540033BCA6E}" dt="2024-04-01T09:22:37.250" v="2461" actId="14100"/>
          <ac:picMkLst>
            <pc:docMk/>
            <pc:sldMk cId="656734332" sldId="265"/>
            <ac:picMk id="5" creationId="{D9D611ED-E2DB-1328-AACC-E663F6FB0688}"/>
          </ac:picMkLst>
        </pc:picChg>
        <pc:picChg chg="mod">
          <ac:chgData name="Koli, Kritika EX1" userId="1c8c4374-6798-4ce5-81da-73202fe3f38b" providerId="ADAL" clId="{7D2111D0-4E78-4DDF-9FD3-C540033BCA6E}" dt="2024-04-01T09:21:39.954" v="2447" actId="14100"/>
          <ac:picMkLst>
            <pc:docMk/>
            <pc:sldMk cId="656734332" sldId="265"/>
            <ac:picMk id="7" creationId="{03883D4B-8B9A-1C41-CAE4-846D733C2F18}"/>
          </ac:picMkLst>
        </pc:picChg>
        <pc:picChg chg="del">
          <ac:chgData name="Koli, Kritika EX1" userId="1c8c4374-6798-4ce5-81da-73202fe3f38b" providerId="ADAL" clId="{7D2111D0-4E78-4DDF-9FD3-C540033BCA6E}" dt="2024-04-01T06:26:34.451" v="547" actId="478"/>
          <ac:picMkLst>
            <pc:docMk/>
            <pc:sldMk cId="656734332" sldId="265"/>
            <ac:picMk id="8" creationId="{CBEE1879-43D2-8B96-1B45-E516CE2E459C}"/>
          </ac:picMkLst>
        </pc:picChg>
      </pc:sldChg>
      <pc:sldChg chg="addSp delSp modSp add mod">
        <pc:chgData name="Koli, Kritika EX1" userId="1c8c4374-6798-4ce5-81da-73202fe3f38b" providerId="ADAL" clId="{7D2111D0-4E78-4DDF-9FD3-C540033BCA6E}" dt="2024-04-01T06:50:07.615" v="1264" actId="20577"/>
        <pc:sldMkLst>
          <pc:docMk/>
          <pc:sldMk cId="1775069309" sldId="339"/>
        </pc:sldMkLst>
        <pc:spChg chg="add mod">
          <ac:chgData name="Koli, Kritika EX1" userId="1c8c4374-6798-4ce5-81da-73202fe3f38b" providerId="ADAL" clId="{7D2111D0-4E78-4DDF-9FD3-C540033BCA6E}" dt="2024-04-01T06:47:58.830" v="1139" actId="14100"/>
          <ac:spMkLst>
            <pc:docMk/>
            <pc:sldMk cId="1775069309" sldId="339"/>
            <ac:spMk id="3" creationId="{DCB2349D-726A-9D87-A05F-FF4F4109F601}"/>
          </ac:spMkLst>
        </pc:spChg>
        <pc:spChg chg="add mod">
          <ac:chgData name="Koli, Kritika EX1" userId="1c8c4374-6798-4ce5-81da-73202fe3f38b" providerId="ADAL" clId="{7D2111D0-4E78-4DDF-9FD3-C540033BCA6E}" dt="2024-04-01T06:47:34.980" v="1109" actId="1035"/>
          <ac:spMkLst>
            <pc:docMk/>
            <pc:sldMk cId="1775069309" sldId="339"/>
            <ac:spMk id="4" creationId="{0C5666E0-2562-477F-19CE-4C60C000D845}"/>
          </ac:spMkLst>
        </pc:spChg>
        <pc:spChg chg="add mod">
          <ac:chgData name="Koli, Kritika EX1" userId="1c8c4374-6798-4ce5-81da-73202fe3f38b" providerId="ADAL" clId="{7D2111D0-4E78-4DDF-9FD3-C540033BCA6E}" dt="2024-04-01T06:49:45.822" v="1215" actId="1035"/>
          <ac:spMkLst>
            <pc:docMk/>
            <pc:sldMk cId="1775069309" sldId="339"/>
            <ac:spMk id="6" creationId="{710398FB-53E2-C3D3-0828-25742737F671}"/>
          </ac:spMkLst>
        </pc:spChg>
        <pc:spChg chg="del">
          <ac:chgData name="Koli, Kritika EX1" userId="1c8c4374-6798-4ce5-81da-73202fe3f38b" providerId="ADAL" clId="{7D2111D0-4E78-4DDF-9FD3-C540033BCA6E}" dt="2024-04-01T06:46:43.505" v="1019" actId="478"/>
          <ac:spMkLst>
            <pc:docMk/>
            <pc:sldMk cId="1775069309" sldId="339"/>
            <ac:spMk id="8" creationId="{57735A67-FB89-61BF-82A8-C99F54D5C8E4}"/>
          </ac:spMkLst>
        </pc:spChg>
        <pc:spChg chg="add mod">
          <ac:chgData name="Koli, Kritika EX1" userId="1c8c4374-6798-4ce5-81da-73202fe3f38b" providerId="ADAL" clId="{7D2111D0-4E78-4DDF-9FD3-C540033BCA6E}" dt="2024-04-01T06:50:07.615" v="1264" actId="20577"/>
          <ac:spMkLst>
            <pc:docMk/>
            <pc:sldMk cId="1775069309" sldId="339"/>
            <ac:spMk id="9" creationId="{80966809-A179-6B7D-BE29-C9862E3E3662}"/>
          </ac:spMkLst>
        </pc:spChg>
        <pc:picChg chg="add del mod">
          <ac:chgData name="Koli, Kritika EX1" userId="1c8c4374-6798-4ce5-81da-73202fe3f38b" providerId="ADAL" clId="{7D2111D0-4E78-4DDF-9FD3-C540033BCA6E}" dt="2024-04-01T06:46:57.164" v="1024"/>
          <ac:picMkLst>
            <pc:docMk/>
            <pc:sldMk cId="1775069309" sldId="339"/>
            <ac:picMk id="2" creationId="{D89EF902-1A07-2D9C-297E-23E53BB52ED8}"/>
          </ac:picMkLst>
        </pc:picChg>
        <pc:picChg chg="del">
          <ac:chgData name="Koli, Kritika EX1" userId="1c8c4374-6798-4ce5-81da-73202fe3f38b" providerId="ADAL" clId="{7D2111D0-4E78-4DDF-9FD3-C540033BCA6E}" dt="2024-04-01T06:42:33.696" v="973" actId="478"/>
          <ac:picMkLst>
            <pc:docMk/>
            <pc:sldMk cId="1775069309" sldId="339"/>
            <ac:picMk id="5" creationId="{364B5E26-E52E-A02C-E8B9-F795250DE107}"/>
          </ac:picMkLst>
        </pc:picChg>
        <pc:picChg chg="add mod">
          <ac:chgData name="Koli, Kritika EX1" userId="1c8c4374-6798-4ce5-81da-73202fe3f38b" providerId="ADAL" clId="{7D2111D0-4E78-4DDF-9FD3-C540033BCA6E}" dt="2024-04-01T06:48:41.271" v="1148" actId="1035"/>
          <ac:picMkLst>
            <pc:docMk/>
            <pc:sldMk cId="1775069309" sldId="339"/>
            <ac:picMk id="7" creationId="{F769DF39-506B-A81A-9D32-EC1782264B8F}"/>
          </ac:picMkLst>
        </pc:picChg>
        <pc:picChg chg="mod modCrop">
          <ac:chgData name="Koli, Kritika EX1" userId="1c8c4374-6798-4ce5-81da-73202fe3f38b" providerId="ADAL" clId="{7D2111D0-4E78-4DDF-9FD3-C540033BCA6E}" dt="2024-04-01T06:47:11.672" v="1029" actId="1076"/>
          <ac:picMkLst>
            <pc:docMk/>
            <pc:sldMk cId="1775069309" sldId="339"/>
            <ac:picMk id="10" creationId="{14433593-7A79-AA75-8EFE-3ED64DC1A732}"/>
          </ac:picMkLst>
        </pc:picChg>
        <pc:cxnChg chg="add mod">
          <ac:chgData name="Koli, Kritika EX1" userId="1c8c4374-6798-4ce5-81da-73202fe3f38b" providerId="ADAL" clId="{7D2111D0-4E78-4DDF-9FD3-C540033BCA6E}" dt="2024-04-01T06:49:43.388" v="1213" actId="1037"/>
          <ac:cxnSpMkLst>
            <pc:docMk/>
            <pc:sldMk cId="1775069309" sldId="339"/>
            <ac:cxnSpMk id="11" creationId="{3CDE937A-5AA4-FCCF-B5DC-2CCF52A7A03E}"/>
          </ac:cxnSpMkLst>
        </pc:cxnChg>
      </pc:sldChg>
      <pc:sldChg chg="delSp modSp add del mod">
        <pc:chgData name="Koli, Kritika EX1" userId="1c8c4374-6798-4ce5-81da-73202fe3f38b" providerId="ADAL" clId="{7D2111D0-4E78-4DDF-9FD3-C540033BCA6E}" dt="2024-04-01T06:50:31.239" v="1267" actId="47"/>
        <pc:sldMkLst>
          <pc:docMk/>
          <pc:sldMk cId="572325549" sldId="340"/>
        </pc:sldMkLst>
        <pc:spChg chg="del mod">
          <ac:chgData name="Koli, Kritika EX1" userId="1c8c4374-6798-4ce5-81da-73202fe3f38b" providerId="ADAL" clId="{7D2111D0-4E78-4DDF-9FD3-C540033BCA6E}" dt="2024-04-01T06:50:28.789" v="1266" actId="478"/>
          <ac:spMkLst>
            <pc:docMk/>
            <pc:sldMk cId="572325549" sldId="340"/>
            <ac:spMk id="4" creationId="{822DCFC7-B559-22C0-637A-F0CAD2493003}"/>
          </ac:spMkLst>
        </pc:spChg>
        <pc:picChg chg="del mod">
          <ac:chgData name="Koli, Kritika EX1" userId="1c8c4374-6798-4ce5-81da-73202fe3f38b" providerId="ADAL" clId="{7D2111D0-4E78-4DDF-9FD3-C540033BCA6E}" dt="2024-04-01T06:48:53.680" v="1150" actId="478"/>
          <ac:picMkLst>
            <pc:docMk/>
            <pc:sldMk cId="572325549" sldId="340"/>
            <ac:picMk id="2" creationId="{883CCACD-D3B0-DB0E-C3E1-53DC7BB5E194}"/>
          </ac:picMkLst>
        </pc:picChg>
        <pc:picChg chg="del">
          <ac:chgData name="Koli, Kritika EX1" userId="1c8c4374-6798-4ce5-81da-73202fe3f38b" providerId="ADAL" clId="{7D2111D0-4E78-4DDF-9FD3-C540033BCA6E}" dt="2024-04-01T06:42:31.556" v="972" actId="478"/>
          <ac:picMkLst>
            <pc:docMk/>
            <pc:sldMk cId="572325549" sldId="340"/>
            <ac:picMk id="5" creationId="{364B5E26-E52E-A02C-E8B9-F795250DE107}"/>
          </ac:picMkLst>
        </pc:picChg>
        <pc:picChg chg="del mod">
          <ac:chgData name="Koli, Kritika EX1" userId="1c8c4374-6798-4ce5-81da-73202fe3f38b" providerId="ADAL" clId="{7D2111D0-4E78-4DDF-9FD3-C540033BCA6E}" dt="2024-04-01T06:48:52.188" v="1149" actId="478"/>
          <ac:picMkLst>
            <pc:docMk/>
            <pc:sldMk cId="572325549" sldId="340"/>
            <ac:picMk id="7" creationId="{ABCF0A3F-98A5-C8EB-BED7-0763DC7D72DC}"/>
          </ac:picMkLst>
        </pc:picChg>
      </pc:sldChg>
      <pc:sldChg chg="addSp delSp modSp add mod">
        <pc:chgData name="Koli, Kritika EX1" userId="1c8c4374-6798-4ce5-81da-73202fe3f38b" providerId="ADAL" clId="{7D2111D0-4E78-4DDF-9FD3-C540033BCA6E}" dt="2024-04-01T06:43:41.459" v="1009" actId="14100"/>
        <pc:sldMkLst>
          <pc:docMk/>
          <pc:sldMk cId="4101215156" sldId="341"/>
        </pc:sldMkLst>
        <pc:spChg chg="del">
          <ac:chgData name="Koli, Kritika EX1" userId="1c8c4374-6798-4ce5-81da-73202fe3f38b" providerId="ADAL" clId="{7D2111D0-4E78-4DDF-9FD3-C540033BCA6E}" dt="2024-04-01T06:42:22.981" v="969" actId="478"/>
          <ac:spMkLst>
            <pc:docMk/>
            <pc:sldMk cId="4101215156" sldId="341"/>
            <ac:spMk id="3" creationId="{DBE48E39-8171-4A70-E8BB-73719AB8D6E7}"/>
          </ac:spMkLst>
        </pc:spChg>
        <pc:spChg chg="add mod">
          <ac:chgData name="Koli, Kritika EX1" userId="1c8c4374-6798-4ce5-81da-73202fe3f38b" providerId="ADAL" clId="{7D2111D0-4E78-4DDF-9FD3-C540033BCA6E}" dt="2024-04-01T06:42:43.081" v="976" actId="14100"/>
          <ac:spMkLst>
            <pc:docMk/>
            <pc:sldMk cId="4101215156" sldId="341"/>
            <ac:spMk id="4" creationId="{9AD4E7A2-F7F3-8D44-0BCF-936CED81047C}"/>
          </ac:spMkLst>
        </pc:spChg>
        <pc:spChg chg="add mod">
          <ac:chgData name="Koli, Kritika EX1" userId="1c8c4374-6798-4ce5-81da-73202fe3f38b" providerId="ADAL" clId="{7D2111D0-4E78-4DDF-9FD3-C540033BCA6E}" dt="2024-04-01T06:43:13.061" v="992" actId="1037"/>
          <ac:spMkLst>
            <pc:docMk/>
            <pc:sldMk cId="4101215156" sldId="341"/>
            <ac:spMk id="6" creationId="{8E1595ED-DB4F-9E1C-E4C4-68D21058CA9C}"/>
          </ac:spMkLst>
        </pc:spChg>
        <pc:spChg chg="add del mod">
          <ac:chgData name="Koli, Kritika EX1" userId="1c8c4374-6798-4ce5-81da-73202fe3f38b" providerId="ADAL" clId="{7D2111D0-4E78-4DDF-9FD3-C540033BCA6E}" dt="2024-04-01T06:43:23.164" v="994"/>
          <ac:spMkLst>
            <pc:docMk/>
            <pc:sldMk cId="4101215156" sldId="341"/>
            <ac:spMk id="8" creationId="{DE8E9C02-75E1-AEA1-4DAB-03435BB8F3C8}"/>
          </ac:spMkLst>
        </pc:spChg>
        <pc:spChg chg="add mod">
          <ac:chgData name="Koli, Kritika EX1" userId="1c8c4374-6798-4ce5-81da-73202fe3f38b" providerId="ADAL" clId="{7D2111D0-4E78-4DDF-9FD3-C540033BCA6E}" dt="2024-04-01T06:43:41.459" v="1009" actId="14100"/>
          <ac:spMkLst>
            <pc:docMk/>
            <pc:sldMk cId="4101215156" sldId="341"/>
            <ac:spMk id="10" creationId="{E51B2EE7-1B3D-E390-F72E-A192CAB81E01}"/>
          </ac:spMkLst>
        </pc:spChg>
        <pc:picChg chg="mod">
          <ac:chgData name="Koli, Kritika EX1" userId="1c8c4374-6798-4ce5-81da-73202fe3f38b" providerId="ADAL" clId="{7D2111D0-4E78-4DDF-9FD3-C540033BCA6E}" dt="2024-04-01T06:42:26.356" v="970" actId="14100"/>
          <ac:picMkLst>
            <pc:docMk/>
            <pc:sldMk cId="4101215156" sldId="341"/>
            <ac:picMk id="2" creationId="{2F392C76-8DBA-F4B3-AC79-34977E5E875B}"/>
          </ac:picMkLst>
        </pc:picChg>
        <pc:picChg chg="del">
          <ac:chgData name="Koli, Kritika EX1" userId="1c8c4374-6798-4ce5-81da-73202fe3f38b" providerId="ADAL" clId="{7D2111D0-4E78-4DDF-9FD3-C540033BCA6E}" dt="2024-04-01T06:42:29.459" v="971" actId="478"/>
          <ac:picMkLst>
            <pc:docMk/>
            <pc:sldMk cId="4101215156" sldId="341"/>
            <ac:picMk id="5" creationId="{364B5E26-E52E-A02C-E8B9-F795250DE107}"/>
          </ac:picMkLst>
        </pc:picChg>
        <pc:cxnChg chg="add mod">
          <ac:chgData name="Koli, Kritika EX1" userId="1c8c4374-6798-4ce5-81da-73202fe3f38b" providerId="ADAL" clId="{7D2111D0-4E78-4DDF-9FD3-C540033BCA6E}" dt="2024-04-01T06:43:13.061" v="992" actId="1037"/>
          <ac:cxnSpMkLst>
            <pc:docMk/>
            <pc:sldMk cId="4101215156" sldId="341"/>
            <ac:cxnSpMk id="7" creationId="{DC31194E-5C4F-1A0B-679D-1C5BFBD689F0}"/>
          </ac:cxnSpMkLst>
        </pc:cxnChg>
        <pc:cxnChg chg="add del mod">
          <ac:chgData name="Koli, Kritika EX1" userId="1c8c4374-6798-4ce5-81da-73202fe3f38b" providerId="ADAL" clId="{7D2111D0-4E78-4DDF-9FD3-C540033BCA6E}" dt="2024-04-01T06:43:23.164" v="994"/>
          <ac:cxnSpMkLst>
            <pc:docMk/>
            <pc:sldMk cId="4101215156" sldId="341"/>
            <ac:cxnSpMk id="9" creationId="{20DB20F3-A0E1-D4D2-0FD6-4B65215729AF}"/>
          </ac:cxnSpMkLst>
        </pc:cxnChg>
      </pc:sldChg>
      <pc:sldChg chg="add del">
        <pc:chgData name="Koli, Kritika EX1" userId="1c8c4374-6798-4ce5-81da-73202fe3f38b" providerId="ADAL" clId="{7D2111D0-4E78-4DDF-9FD3-C540033BCA6E}" dt="2024-04-01T06:51:14.085" v="1269" actId="47"/>
        <pc:sldMkLst>
          <pc:docMk/>
          <pc:sldMk cId="1454153062" sldId="342"/>
        </pc:sldMkLst>
      </pc:sldChg>
      <pc:sldChg chg="addSp delSp modSp add mod">
        <pc:chgData name="Koli, Kritika EX1" userId="1c8c4374-6798-4ce5-81da-73202fe3f38b" providerId="ADAL" clId="{7D2111D0-4E78-4DDF-9FD3-C540033BCA6E}" dt="2024-04-01T10:52:06.871" v="5025" actId="255"/>
        <pc:sldMkLst>
          <pc:docMk/>
          <pc:sldMk cId="2157839964" sldId="343"/>
        </pc:sldMkLst>
        <pc:spChg chg="add mod">
          <ac:chgData name="Koli, Kritika EX1" userId="1c8c4374-6798-4ce5-81da-73202fe3f38b" providerId="ADAL" clId="{7D2111D0-4E78-4DDF-9FD3-C540033BCA6E}" dt="2024-04-01T10:52:06.871" v="5025" actId="255"/>
          <ac:spMkLst>
            <pc:docMk/>
            <pc:sldMk cId="2157839964" sldId="343"/>
            <ac:spMk id="2" creationId="{88C2FA43-208E-ADA7-064A-509A2688D70A}"/>
          </ac:spMkLst>
        </pc:spChg>
        <pc:spChg chg="del">
          <ac:chgData name="Koli, Kritika EX1" userId="1c8c4374-6798-4ce5-81da-73202fe3f38b" providerId="ADAL" clId="{7D2111D0-4E78-4DDF-9FD3-C540033BCA6E}" dt="2024-04-01T06:52:58.769" v="1390" actId="478"/>
          <ac:spMkLst>
            <pc:docMk/>
            <pc:sldMk cId="2157839964" sldId="343"/>
            <ac:spMk id="4" creationId="{5644C406-4183-017A-D4D1-46C2CC2F3EA7}"/>
          </ac:spMkLst>
        </pc:spChg>
        <pc:picChg chg="del">
          <ac:chgData name="Koli, Kritika EX1" userId="1c8c4374-6798-4ce5-81da-73202fe3f38b" providerId="ADAL" clId="{7D2111D0-4E78-4DDF-9FD3-C540033BCA6E}" dt="2024-04-01T06:55:24.151" v="1432" actId="478"/>
          <ac:picMkLst>
            <pc:docMk/>
            <pc:sldMk cId="2157839964" sldId="343"/>
            <ac:picMk id="5" creationId="{364B5E26-E52E-A02C-E8B9-F795250DE107}"/>
          </ac:picMkLst>
        </pc:picChg>
        <pc:picChg chg="mod">
          <ac:chgData name="Koli, Kritika EX1" userId="1c8c4374-6798-4ce5-81da-73202fe3f38b" providerId="ADAL" clId="{7D2111D0-4E78-4DDF-9FD3-C540033BCA6E}" dt="2024-04-01T06:53:17.830" v="1427" actId="1582"/>
          <ac:picMkLst>
            <pc:docMk/>
            <pc:sldMk cId="2157839964" sldId="343"/>
            <ac:picMk id="6" creationId="{E4CF2AFE-E7C3-FB73-2DDD-EA98B12802C4}"/>
          </ac:picMkLst>
        </pc:picChg>
      </pc:sldChg>
      <pc:sldChg chg="addSp delSp modSp add mod">
        <pc:chgData name="Koli, Kritika EX1" userId="1c8c4374-6798-4ce5-81da-73202fe3f38b" providerId="ADAL" clId="{7D2111D0-4E78-4DDF-9FD3-C540033BCA6E}" dt="2024-04-01T09:33:54.943" v="2598" actId="1076"/>
        <pc:sldMkLst>
          <pc:docMk/>
          <pc:sldMk cId="952732768" sldId="344"/>
        </pc:sldMkLst>
        <pc:spChg chg="mod">
          <ac:chgData name="Koli, Kritika EX1" userId="1c8c4374-6798-4ce5-81da-73202fe3f38b" providerId="ADAL" clId="{7D2111D0-4E78-4DDF-9FD3-C540033BCA6E}" dt="2024-04-01T09:30:12.097" v="2553" actId="20577"/>
          <ac:spMkLst>
            <pc:docMk/>
            <pc:sldMk cId="952732768" sldId="344"/>
            <ac:spMk id="2" creationId="{9314B55A-70A6-0392-6F84-35C2021F247C}"/>
          </ac:spMkLst>
        </pc:spChg>
        <pc:spChg chg="add mod">
          <ac:chgData name="Koli, Kritika EX1" userId="1c8c4374-6798-4ce5-81da-73202fe3f38b" providerId="ADAL" clId="{7D2111D0-4E78-4DDF-9FD3-C540033BCA6E}" dt="2024-04-01T09:32:35.775" v="2582"/>
          <ac:spMkLst>
            <pc:docMk/>
            <pc:sldMk cId="952732768" sldId="344"/>
            <ac:spMk id="4" creationId="{1167EF1A-FDAF-E7D0-A0CC-8667152917E7}"/>
          </ac:spMkLst>
        </pc:spChg>
        <pc:spChg chg="add mod">
          <ac:chgData name="Koli, Kritika EX1" userId="1c8c4374-6798-4ce5-81da-73202fe3f38b" providerId="ADAL" clId="{7D2111D0-4E78-4DDF-9FD3-C540033BCA6E}" dt="2024-04-01T09:33:18.707" v="2592" actId="14100"/>
          <ac:spMkLst>
            <pc:docMk/>
            <pc:sldMk cId="952732768" sldId="344"/>
            <ac:spMk id="6" creationId="{321F7274-2508-10E7-C216-41E927FC3C90}"/>
          </ac:spMkLst>
        </pc:spChg>
        <pc:spChg chg="add mod">
          <ac:chgData name="Koli, Kritika EX1" userId="1c8c4374-6798-4ce5-81da-73202fe3f38b" providerId="ADAL" clId="{7D2111D0-4E78-4DDF-9FD3-C540033BCA6E}" dt="2024-04-01T09:33:43.160" v="2596" actId="14100"/>
          <ac:spMkLst>
            <pc:docMk/>
            <pc:sldMk cId="952732768" sldId="344"/>
            <ac:spMk id="7" creationId="{8A8DD687-E15F-D892-05BA-6676517F0F89}"/>
          </ac:spMkLst>
        </pc:spChg>
        <pc:picChg chg="add mod modCrop">
          <ac:chgData name="Koli, Kritika EX1" userId="1c8c4374-6798-4ce5-81da-73202fe3f38b" providerId="ADAL" clId="{7D2111D0-4E78-4DDF-9FD3-C540033BCA6E}" dt="2024-04-01T09:33:04.645" v="2589" actId="208"/>
          <ac:picMkLst>
            <pc:docMk/>
            <pc:sldMk cId="952732768" sldId="344"/>
            <ac:picMk id="3" creationId="{829B358A-818B-B64D-61B9-6182EBB977FD}"/>
          </ac:picMkLst>
        </pc:picChg>
        <pc:picChg chg="del">
          <ac:chgData name="Koli, Kritika EX1" userId="1c8c4374-6798-4ce5-81da-73202fe3f38b" providerId="ADAL" clId="{7D2111D0-4E78-4DDF-9FD3-C540033BCA6E}" dt="2024-04-01T06:55:27.139" v="1433" actId="478"/>
          <ac:picMkLst>
            <pc:docMk/>
            <pc:sldMk cId="952732768" sldId="344"/>
            <ac:picMk id="5" creationId="{364B5E26-E52E-A02C-E8B9-F795250DE107}"/>
          </ac:picMkLst>
        </pc:picChg>
        <pc:picChg chg="add mod">
          <ac:chgData name="Koli, Kritika EX1" userId="1c8c4374-6798-4ce5-81da-73202fe3f38b" providerId="ADAL" clId="{7D2111D0-4E78-4DDF-9FD3-C540033BCA6E}" dt="2024-04-01T09:33:54.943" v="2598" actId="1076"/>
          <ac:picMkLst>
            <pc:docMk/>
            <pc:sldMk cId="952732768" sldId="344"/>
            <ac:picMk id="8" creationId="{96079D6D-06FC-672B-69A9-9E308764FF40}"/>
          </ac:picMkLst>
        </pc:picChg>
      </pc:sldChg>
      <pc:sldChg chg="addSp delSp modSp add del mod">
        <pc:chgData name="Koli, Kritika EX1" userId="1c8c4374-6798-4ce5-81da-73202fe3f38b" providerId="ADAL" clId="{7D2111D0-4E78-4DDF-9FD3-C540033BCA6E}" dt="2024-04-01T09:34:06.244" v="2599" actId="47"/>
        <pc:sldMkLst>
          <pc:docMk/>
          <pc:sldMk cId="1572091554" sldId="345"/>
        </pc:sldMkLst>
        <pc:spChg chg="add del mod">
          <ac:chgData name="Koli, Kritika EX1" userId="1c8c4374-6798-4ce5-81da-73202fe3f38b" providerId="ADAL" clId="{7D2111D0-4E78-4DDF-9FD3-C540033BCA6E}" dt="2024-04-01T09:29:45.001" v="2508" actId="478"/>
          <ac:spMkLst>
            <pc:docMk/>
            <pc:sldMk cId="1572091554" sldId="345"/>
            <ac:spMk id="2" creationId="{3C44B547-D786-C390-C28E-8B3DFFD15E48}"/>
          </ac:spMkLst>
        </pc:spChg>
        <pc:spChg chg="add mod">
          <ac:chgData name="Koli, Kritika EX1" userId="1c8c4374-6798-4ce5-81da-73202fe3f38b" providerId="ADAL" clId="{7D2111D0-4E78-4DDF-9FD3-C540033BCA6E}" dt="2024-04-01T09:29:57.795" v="2527" actId="20577"/>
          <ac:spMkLst>
            <pc:docMk/>
            <pc:sldMk cId="1572091554" sldId="345"/>
            <ac:spMk id="3" creationId="{81701B71-A6F9-261E-E268-1895D0A4AABB}"/>
          </ac:spMkLst>
        </pc:spChg>
        <pc:spChg chg="del">
          <ac:chgData name="Koli, Kritika EX1" userId="1c8c4374-6798-4ce5-81da-73202fe3f38b" providerId="ADAL" clId="{7D2111D0-4E78-4DDF-9FD3-C540033BCA6E}" dt="2024-04-01T09:30:17.980" v="2554" actId="478"/>
          <ac:spMkLst>
            <pc:docMk/>
            <pc:sldMk cId="1572091554" sldId="345"/>
            <ac:spMk id="4" creationId="{DD1A63C6-D2B9-28E7-9C3F-64ADF1B82A8C}"/>
          </ac:spMkLst>
        </pc:spChg>
        <pc:spChg chg="add mod">
          <ac:chgData name="Koli, Kritika EX1" userId="1c8c4374-6798-4ce5-81da-73202fe3f38b" providerId="ADAL" clId="{7D2111D0-4E78-4DDF-9FD3-C540033BCA6E}" dt="2024-04-01T09:31:15.406" v="2572" actId="14100"/>
          <ac:spMkLst>
            <pc:docMk/>
            <pc:sldMk cId="1572091554" sldId="345"/>
            <ac:spMk id="6" creationId="{38DF36CF-9713-14B9-2FAC-2BC3377305D0}"/>
          </ac:spMkLst>
        </pc:spChg>
        <pc:picChg chg="del">
          <ac:chgData name="Koli, Kritika EX1" userId="1c8c4374-6798-4ce5-81da-73202fe3f38b" providerId="ADAL" clId="{7D2111D0-4E78-4DDF-9FD3-C540033BCA6E}" dt="2024-04-01T06:55:30.343" v="1434" actId="478"/>
          <ac:picMkLst>
            <pc:docMk/>
            <pc:sldMk cId="1572091554" sldId="345"/>
            <ac:picMk id="5" creationId="{364B5E26-E52E-A02C-E8B9-F795250DE107}"/>
          </ac:picMkLst>
        </pc:picChg>
        <pc:picChg chg="mod modCrop">
          <ac:chgData name="Koli, Kritika EX1" userId="1c8c4374-6798-4ce5-81da-73202fe3f38b" providerId="ADAL" clId="{7D2111D0-4E78-4DDF-9FD3-C540033BCA6E}" dt="2024-04-01T09:30:53.396" v="2562" actId="208"/>
          <ac:picMkLst>
            <pc:docMk/>
            <pc:sldMk cId="1572091554" sldId="345"/>
            <ac:picMk id="7" creationId="{C0FFB2E1-C1B1-9DC4-F253-B66DA40B43BF}"/>
          </ac:picMkLst>
        </pc:picChg>
        <pc:picChg chg="add mod">
          <ac:chgData name="Koli, Kritika EX1" userId="1c8c4374-6798-4ce5-81da-73202fe3f38b" providerId="ADAL" clId="{7D2111D0-4E78-4DDF-9FD3-C540033BCA6E}" dt="2024-04-01T09:31:31.044" v="2574" actId="1076"/>
          <ac:picMkLst>
            <pc:docMk/>
            <pc:sldMk cId="1572091554" sldId="345"/>
            <ac:picMk id="8" creationId="{F825197E-1B0E-C1F5-B6C0-8C135CF7E41C}"/>
          </ac:picMkLst>
        </pc:picChg>
      </pc:sldChg>
      <pc:sldChg chg="delSp modSp add del mod">
        <pc:chgData name="Koli, Kritika EX1" userId="1c8c4374-6798-4ce5-81da-73202fe3f38b" providerId="ADAL" clId="{7D2111D0-4E78-4DDF-9FD3-C540033BCA6E}" dt="2024-04-01T09:45:15.635" v="2978" actId="47"/>
        <pc:sldMkLst>
          <pc:docMk/>
          <pc:sldMk cId="661732485" sldId="346"/>
        </pc:sldMkLst>
        <pc:spChg chg="mod">
          <ac:chgData name="Koli, Kritika EX1" userId="1c8c4374-6798-4ce5-81da-73202fe3f38b" providerId="ADAL" clId="{7D2111D0-4E78-4DDF-9FD3-C540033BCA6E}" dt="2024-04-01T09:38:05.561" v="2709" actId="20577"/>
          <ac:spMkLst>
            <pc:docMk/>
            <pc:sldMk cId="661732485" sldId="346"/>
            <ac:spMk id="7" creationId="{17C6C85D-6BAA-BF55-95EA-DF47747B0383}"/>
          </ac:spMkLst>
        </pc:spChg>
        <pc:picChg chg="mod">
          <ac:chgData name="Koli, Kritika EX1" userId="1c8c4374-6798-4ce5-81da-73202fe3f38b" providerId="ADAL" clId="{7D2111D0-4E78-4DDF-9FD3-C540033BCA6E}" dt="2024-04-01T09:34:43.078" v="2600" actId="1076"/>
          <ac:picMkLst>
            <pc:docMk/>
            <pc:sldMk cId="661732485" sldId="346"/>
            <ac:picMk id="3" creationId="{AF23865B-BCCD-6B8A-D0E8-36D61C621C10}"/>
          </ac:picMkLst>
        </pc:picChg>
        <pc:picChg chg="mod">
          <ac:chgData name="Koli, Kritika EX1" userId="1c8c4374-6798-4ce5-81da-73202fe3f38b" providerId="ADAL" clId="{7D2111D0-4E78-4DDF-9FD3-C540033BCA6E}" dt="2024-04-01T07:17:01.309" v="1891" actId="1076"/>
          <ac:picMkLst>
            <pc:docMk/>
            <pc:sldMk cId="661732485" sldId="346"/>
            <ac:picMk id="4" creationId="{7DE61DE2-8682-54C7-FEC8-AB3C11C54A7C}"/>
          </ac:picMkLst>
        </pc:picChg>
        <pc:picChg chg="del">
          <ac:chgData name="Koli, Kritika EX1" userId="1c8c4374-6798-4ce5-81da-73202fe3f38b" providerId="ADAL" clId="{7D2111D0-4E78-4DDF-9FD3-C540033BCA6E}" dt="2024-04-01T06:55:33.601" v="1435" actId="478"/>
          <ac:picMkLst>
            <pc:docMk/>
            <pc:sldMk cId="661732485" sldId="346"/>
            <ac:picMk id="5" creationId="{364B5E26-E52E-A02C-E8B9-F795250DE107}"/>
          </ac:picMkLst>
        </pc:picChg>
      </pc:sldChg>
      <pc:sldChg chg="addSp delSp modSp add mod">
        <pc:chgData name="Koli, Kritika EX1" userId="1c8c4374-6798-4ce5-81da-73202fe3f38b" providerId="ADAL" clId="{7D2111D0-4E78-4DDF-9FD3-C540033BCA6E}" dt="2024-04-01T09:48:02.783" v="3004" actId="1076"/>
        <pc:sldMkLst>
          <pc:docMk/>
          <pc:sldMk cId="3330366443" sldId="347"/>
        </pc:sldMkLst>
        <pc:spChg chg="add mod">
          <ac:chgData name="Koli, Kritika EX1" userId="1c8c4374-6798-4ce5-81da-73202fe3f38b" providerId="ADAL" clId="{7D2111D0-4E78-4DDF-9FD3-C540033BCA6E}" dt="2024-04-01T09:48:02.783" v="3004" actId="1076"/>
          <ac:spMkLst>
            <pc:docMk/>
            <pc:sldMk cId="3330366443" sldId="347"/>
            <ac:spMk id="2" creationId="{3AA02A2E-F713-15D7-3913-DDB2F00E95C0}"/>
          </ac:spMkLst>
        </pc:spChg>
        <pc:spChg chg="del">
          <ac:chgData name="Koli, Kritika EX1" userId="1c8c4374-6798-4ce5-81da-73202fe3f38b" providerId="ADAL" clId="{7D2111D0-4E78-4DDF-9FD3-C540033BCA6E}" dt="2024-04-01T09:47:14.785" v="2986" actId="478"/>
          <ac:spMkLst>
            <pc:docMk/>
            <pc:sldMk cId="3330366443" sldId="347"/>
            <ac:spMk id="4" creationId="{D00A2EB2-2826-8E38-21C3-D7EF7EDC2E55}"/>
          </ac:spMkLst>
        </pc:spChg>
        <pc:picChg chg="mod">
          <ac:chgData name="Koli, Kritika EX1" userId="1c8c4374-6798-4ce5-81da-73202fe3f38b" providerId="ADAL" clId="{7D2111D0-4E78-4DDF-9FD3-C540033BCA6E}" dt="2024-04-01T09:47:18.799" v="2987" actId="14100"/>
          <ac:picMkLst>
            <pc:docMk/>
            <pc:sldMk cId="3330366443" sldId="347"/>
            <ac:picMk id="3" creationId="{1D2A1C61-5CEA-C4C6-A203-04F2F0CD8125}"/>
          </ac:picMkLst>
        </pc:picChg>
        <pc:picChg chg="del">
          <ac:chgData name="Koli, Kritika EX1" userId="1c8c4374-6798-4ce5-81da-73202fe3f38b" providerId="ADAL" clId="{7D2111D0-4E78-4DDF-9FD3-C540033BCA6E}" dt="2024-04-01T06:55:36.826" v="1436" actId="478"/>
          <ac:picMkLst>
            <pc:docMk/>
            <pc:sldMk cId="3330366443" sldId="347"/>
            <ac:picMk id="5" creationId="{364B5E26-E52E-A02C-E8B9-F795250DE107}"/>
          </ac:picMkLst>
        </pc:picChg>
        <pc:picChg chg="add mod">
          <ac:chgData name="Koli, Kritika EX1" userId="1c8c4374-6798-4ce5-81da-73202fe3f38b" providerId="ADAL" clId="{7D2111D0-4E78-4DDF-9FD3-C540033BCA6E}" dt="2024-04-01T09:47:43.265" v="3003" actId="1036"/>
          <ac:picMkLst>
            <pc:docMk/>
            <pc:sldMk cId="3330366443" sldId="347"/>
            <ac:picMk id="6" creationId="{BB24775D-0824-0455-0FA0-C8CCE190784D}"/>
          </ac:picMkLst>
        </pc:picChg>
      </pc:sldChg>
      <pc:sldChg chg="addSp delSp modSp add mod">
        <pc:chgData name="Koli, Kritika EX1" userId="1c8c4374-6798-4ce5-81da-73202fe3f38b" providerId="ADAL" clId="{7D2111D0-4E78-4DDF-9FD3-C540033BCA6E}" dt="2024-04-01T10:01:21.578" v="3361" actId="478"/>
        <pc:sldMkLst>
          <pc:docMk/>
          <pc:sldMk cId="3151869178" sldId="348"/>
        </pc:sldMkLst>
        <pc:spChg chg="del">
          <ac:chgData name="Koli, Kritika EX1" userId="1c8c4374-6798-4ce5-81da-73202fe3f38b" providerId="ADAL" clId="{7D2111D0-4E78-4DDF-9FD3-C540033BCA6E}" dt="2024-04-01T09:51:32.588" v="3135" actId="478"/>
          <ac:spMkLst>
            <pc:docMk/>
            <pc:sldMk cId="3151869178" sldId="348"/>
            <ac:spMk id="3" creationId="{DCF8B662-987E-77D7-120B-46457179DFE2}"/>
          </ac:spMkLst>
        </pc:spChg>
        <pc:spChg chg="mod">
          <ac:chgData name="Koli, Kritika EX1" userId="1c8c4374-6798-4ce5-81da-73202fe3f38b" providerId="ADAL" clId="{7D2111D0-4E78-4DDF-9FD3-C540033BCA6E}" dt="2024-04-01T09:55:50.176" v="3231" actId="1076"/>
          <ac:spMkLst>
            <pc:docMk/>
            <pc:sldMk cId="3151869178" sldId="348"/>
            <ac:spMk id="7" creationId="{AFC994E3-BD58-7FB8-E433-6DA847BE7A44}"/>
          </ac:spMkLst>
        </pc:spChg>
        <pc:spChg chg="mod">
          <ac:chgData name="Koli, Kritika EX1" userId="1c8c4374-6798-4ce5-81da-73202fe3f38b" providerId="ADAL" clId="{7D2111D0-4E78-4DDF-9FD3-C540033BCA6E}" dt="2024-04-01T09:55:58.434" v="3279" actId="1035"/>
          <ac:spMkLst>
            <pc:docMk/>
            <pc:sldMk cId="3151869178" sldId="348"/>
            <ac:spMk id="8" creationId="{FF0C17F4-29D4-D21B-4900-3E44CF0CE68C}"/>
          </ac:spMkLst>
        </pc:spChg>
        <pc:spChg chg="mod">
          <ac:chgData name="Koli, Kritika EX1" userId="1c8c4374-6798-4ce5-81da-73202fe3f38b" providerId="ADAL" clId="{7D2111D0-4E78-4DDF-9FD3-C540033BCA6E}" dt="2024-04-01T09:55:58.434" v="3279" actId="1035"/>
          <ac:spMkLst>
            <pc:docMk/>
            <pc:sldMk cId="3151869178" sldId="348"/>
            <ac:spMk id="9" creationId="{D36741B6-2FF9-0685-F4A8-0F2DF603733C}"/>
          </ac:spMkLst>
        </pc:spChg>
        <pc:spChg chg="add mod">
          <ac:chgData name="Koli, Kritika EX1" userId="1c8c4374-6798-4ce5-81da-73202fe3f38b" providerId="ADAL" clId="{7D2111D0-4E78-4DDF-9FD3-C540033BCA6E}" dt="2024-04-01T09:58:03.560" v="3322" actId="14100"/>
          <ac:spMkLst>
            <pc:docMk/>
            <pc:sldMk cId="3151869178" sldId="348"/>
            <ac:spMk id="10" creationId="{AD93E87A-5443-8C81-5704-EDF795B9F055}"/>
          </ac:spMkLst>
        </pc:spChg>
        <pc:spChg chg="add mod">
          <ac:chgData name="Koli, Kritika EX1" userId="1c8c4374-6798-4ce5-81da-73202fe3f38b" providerId="ADAL" clId="{7D2111D0-4E78-4DDF-9FD3-C540033BCA6E}" dt="2024-04-01T09:55:58.434" v="3279" actId="1035"/>
          <ac:spMkLst>
            <pc:docMk/>
            <pc:sldMk cId="3151869178" sldId="348"/>
            <ac:spMk id="11" creationId="{65CF17EB-73B5-1F2A-65F1-E4EFA3E19B08}"/>
          </ac:spMkLst>
        </pc:spChg>
        <pc:spChg chg="add del mod">
          <ac:chgData name="Koli, Kritika EX1" userId="1c8c4374-6798-4ce5-81da-73202fe3f38b" providerId="ADAL" clId="{7D2111D0-4E78-4DDF-9FD3-C540033BCA6E}" dt="2024-04-01T09:48:48.418" v="3021" actId="21"/>
          <ac:spMkLst>
            <pc:docMk/>
            <pc:sldMk cId="3151869178" sldId="348"/>
            <ac:spMk id="12" creationId="{5CECE078-059E-8A95-E09C-6AE24CDB6507}"/>
          </ac:spMkLst>
        </pc:spChg>
        <pc:spChg chg="add del mod">
          <ac:chgData name="Koli, Kritika EX1" userId="1c8c4374-6798-4ce5-81da-73202fe3f38b" providerId="ADAL" clId="{7D2111D0-4E78-4DDF-9FD3-C540033BCA6E}" dt="2024-04-01T09:48:54.017" v="3023"/>
          <ac:spMkLst>
            <pc:docMk/>
            <pc:sldMk cId="3151869178" sldId="348"/>
            <ac:spMk id="13" creationId="{69CEB203-96D3-77F5-AB8A-D9F2950E8666}"/>
          </ac:spMkLst>
        </pc:spChg>
        <pc:spChg chg="add mod">
          <ac:chgData name="Koli, Kritika EX1" userId="1c8c4374-6798-4ce5-81da-73202fe3f38b" providerId="ADAL" clId="{7D2111D0-4E78-4DDF-9FD3-C540033BCA6E}" dt="2024-04-01T09:55:58.434" v="3279" actId="1035"/>
          <ac:spMkLst>
            <pc:docMk/>
            <pc:sldMk cId="3151869178" sldId="348"/>
            <ac:spMk id="14" creationId="{E3E88469-12DB-7C54-42E8-B1B8DA500248}"/>
          </ac:spMkLst>
        </pc:spChg>
        <pc:spChg chg="add mod">
          <ac:chgData name="Koli, Kritika EX1" userId="1c8c4374-6798-4ce5-81da-73202fe3f38b" providerId="ADAL" clId="{7D2111D0-4E78-4DDF-9FD3-C540033BCA6E}" dt="2024-04-01T09:55:36.698" v="3227" actId="1076"/>
          <ac:spMkLst>
            <pc:docMk/>
            <pc:sldMk cId="3151869178" sldId="348"/>
            <ac:spMk id="15" creationId="{62E6689E-DD75-3187-35A0-800AFF05FD91}"/>
          </ac:spMkLst>
        </pc:spChg>
        <pc:spChg chg="add mod">
          <ac:chgData name="Koli, Kritika EX1" userId="1c8c4374-6798-4ce5-81da-73202fe3f38b" providerId="ADAL" clId="{7D2111D0-4E78-4DDF-9FD3-C540033BCA6E}" dt="2024-04-01T09:58:53.654" v="3350" actId="1035"/>
          <ac:spMkLst>
            <pc:docMk/>
            <pc:sldMk cId="3151869178" sldId="348"/>
            <ac:spMk id="16" creationId="{F127D09B-4982-597B-CD1F-7F75F4A50379}"/>
          </ac:spMkLst>
        </pc:spChg>
        <pc:spChg chg="add mod">
          <ac:chgData name="Koli, Kritika EX1" userId="1c8c4374-6798-4ce5-81da-73202fe3f38b" providerId="ADAL" clId="{7D2111D0-4E78-4DDF-9FD3-C540033BCA6E}" dt="2024-04-01T09:51:14.147" v="3134" actId="14100"/>
          <ac:spMkLst>
            <pc:docMk/>
            <pc:sldMk cId="3151869178" sldId="348"/>
            <ac:spMk id="17" creationId="{BC0E79F8-168B-73DF-05CC-1276CBF220F0}"/>
          </ac:spMkLst>
        </pc:spChg>
        <pc:spChg chg="add mod">
          <ac:chgData name="Koli, Kritika EX1" userId="1c8c4374-6798-4ce5-81da-73202fe3f38b" providerId="ADAL" clId="{7D2111D0-4E78-4DDF-9FD3-C540033BCA6E}" dt="2024-04-01T09:57:41.052" v="3318" actId="14100"/>
          <ac:spMkLst>
            <pc:docMk/>
            <pc:sldMk cId="3151869178" sldId="348"/>
            <ac:spMk id="20" creationId="{C80CEFF6-968B-B663-AA89-51BB73F2CF42}"/>
          </ac:spMkLst>
        </pc:spChg>
        <pc:spChg chg="add del mod">
          <ac:chgData name="Koli, Kritika EX1" userId="1c8c4374-6798-4ce5-81da-73202fe3f38b" providerId="ADAL" clId="{7D2111D0-4E78-4DDF-9FD3-C540033BCA6E}" dt="2024-04-01T09:57:13.197" v="3294"/>
          <ac:spMkLst>
            <pc:docMk/>
            <pc:sldMk cId="3151869178" sldId="348"/>
            <ac:spMk id="21" creationId="{4B0EBFCB-877A-E4E4-9EFF-3C3A91499BE5}"/>
          </ac:spMkLst>
        </pc:spChg>
        <pc:spChg chg="add mod">
          <ac:chgData name="Koli, Kritika EX1" userId="1c8c4374-6798-4ce5-81da-73202fe3f38b" providerId="ADAL" clId="{7D2111D0-4E78-4DDF-9FD3-C540033BCA6E}" dt="2024-04-01T09:57:45.180" v="3319" actId="1076"/>
          <ac:spMkLst>
            <pc:docMk/>
            <pc:sldMk cId="3151869178" sldId="348"/>
            <ac:spMk id="22" creationId="{4C22B260-F362-94C9-45A9-F40C8FB3C462}"/>
          </ac:spMkLst>
        </pc:spChg>
        <pc:picChg chg="add del mod modCrop">
          <ac:chgData name="Koli, Kritika EX1" userId="1c8c4374-6798-4ce5-81da-73202fe3f38b" providerId="ADAL" clId="{7D2111D0-4E78-4DDF-9FD3-C540033BCA6E}" dt="2024-04-01T09:55:33.011" v="3226" actId="1076"/>
          <ac:picMkLst>
            <pc:docMk/>
            <pc:sldMk cId="3151869178" sldId="348"/>
            <ac:picMk id="2" creationId="{7770C20B-7422-ECBA-0B8E-9FA763FBE18B}"/>
          </ac:picMkLst>
        </pc:picChg>
        <pc:picChg chg="add del mod">
          <ac:chgData name="Koli, Kritika EX1" userId="1c8c4374-6798-4ce5-81da-73202fe3f38b" providerId="ADAL" clId="{7D2111D0-4E78-4DDF-9FD3-C540033BCA6E}" dt="2024-04-01T09:55:58.434" v="3279" actId="1035"/>
          <ac:picMkLst>
            <pc:docMk/>
            <pc:sldMk cId="3151869178" sldId="348"/>
            <ac:picMk id="4" creationId="{A01484F4-6C64-C3C4-613C-02BB1E3EE19C}"/>
          </ac:picMkLst>
        </pc:picChg>
        <pc:picChg chg="del">
          <ac:chgData name="Koli, Kritika EX1" userId="1c8c4374-6798-4ce5-81da-73202fe3f38b" providerId="ADAL" clId="{7D2111D0-4E78-4DDF-9FD3-C540033BCA6E}" dt="2024-04-01T10:01:21.578" v="3361" actId="478"/>
          <ac:picMkLst>
            <pc:docMk/>
            <pc:sldMk cId="3151869178" sldId="348"/>
            <ac:picMk id="5" creationId="{364B5E26-E52E-A02C-E8B9-F795250DE107}"/>
          </ac:picMkLst>
        </pc:picChg>
        <pc:picChg chg="mod">
          <ac:chgData name="Koli, Kritika EX1" userId="1c8c4374-6798-4ce5-81da-73202fe3f38b" providerId="ADAL" clId="{7D2111D0-4E78-4DDF-9FD3-C540033BCA6E}" dt="2024-04-01T09:55:58.434" v="3279" actId="1035"/>
          <ac:picMkLst>
            <pc:docMk/>
            <pc:sldMk cId="3151869178" sldId="348"/>
            <ac:picMk id="6" creationId="{E806112B-BC81-7DB6-5A91-02C1AB9946D4}"/>
          </ac:picMkLst>
        </pc:picChg>
        <pc:picChg chg="add mod">
          <ac:chgData name="Koli, Kritika EX1" userId="1c8c4374-6798-4ce5-81da-73202fe3f38b" providerId="ADAL" clId="{7D2111D0-4E78-4DDF-9FD3-C540033BCA6E}" dt="2024-04-01T09:55:58.434" v="3279" actId="1035"/>
          <ac:picMkLst>
            <pc:docMk/>
            <pc:sldMk cId="3151869178" sldId="348"/>
            <ac:picMk id="18" creationId="{64D3C7EE-6CB4-C1DB-E853-BE741FBAAC3D}"/>
          </ac:picMkLst>
        </pc:picChg>
        <pc:picChg chg="add mod modCrop">
          <ac:chgData name="Koli, Kritika EX1" userId="1c8c4374-6798-4ce5-81da-73202fe3f38b" providerId="ADAL" clId="{7D2111D0-4E78-4DDF-9FD3-C540033BCA6E}" dt="2024-04-01T09:57:32.882" v="3316" actId="14100"/>
          <ac:picMkLst>
            <pc:docMk/>
            <pc:sldMk cId="3151869178" sldId="348"/>
            <ac:picMk id="19" creationId="{E0A8C8B9-19C0-767D-0E20-9FD69A12E265}"/>
          </ac:picMkLst>
        </pc:picChg>
        <pc:cxnChg chg="add mod">
          <ac:chgData name="Koli, Kritika EX1" userId="1c8c4374-6798-4ce5-81da-73202fe3f38b" providerId="ADAL" clId="{7D2111D0-4E78-4DDF-9FD3-C540033BCA6E}" dt="2024-04-01T09:58:44.784" v="3345" actId="1035"/>
          <ac:cxnSpMkLst>
            <pc:docMk/>
            <pc:sldMk cId="3151869178" sldId="348"/>
            <ac:cxnSpMk id="23" creationId="{BCFF070A-2B7C-97E9-0BDC-E452B745E405}"/>
          </ac:cxnSpMkLst>
        </pc:cxnChg>
        <pc:cxnChg chg="add mod">
          <ac:chgData name="Koli, Kritika EX1" userId="1c8c4374-6798-4ce5-81da-73202fe3f38b" providerId="ADAL" clId="{7D2111D0-4E78-4DDF-9FD3-C540033BCA6E}" dt="2024-04-01T09:58:24.377" v="3336" actId="14100"/>
          <ac:cxnSpMkLst>
            <pc:docMk/>
            <pc:sldMk cId="3151869178" sldId="348"/>
            <ac:cxnSpMk id="24" creationId="{9DCFAE63-1375-6D5D-82E3-7BE5A74EEC9F}"/>
          </ac:cxnSpMkLst>
        </pc:cxnChg>
        <pc:cxnChg chg="add mod">
          <ac:chgData name="Koli, Kritika EX1" userId="1c8c4374-6798-4ce5-81da-73202fe3f38b" providerId="ADAL" clId="{7D2111D0-4E78-4DDF-9FD3-C540033BCA6E}" dt="2024-04-01T09:58:40.094" v="3338" actId="208"/>
          <ac:cxnSpMkLst>
            <pc:docMk/>
            <pc:sldMk cId="3151869178" sldId="348"/>
            <ac:cxnSpMk id="29" creationId="{33F0CB4E-2AC9-FF0D-7C20-242DE282EC3C}"/>
          </ac:cxnSpMkLst>
        </pc:cxnChg>
        <pc:cxnChg chg="add mod">
          <ac:chgData name="Koli, Kritika EX1" userId="1c8c4374-6798-4ce5-81da-73202fe3f38b" providerId="ADAL" clId="{7D2111D0-4E78-4DDF-9FD3-C540033BCA6E}" dt="2024-04-01T09:59:19.143" v="3357" actId="1036"/>
          <ac:cxnSpMkLst>
            <pc:docMk/>
            <pc:sldMk cId="3151869178" sldId="348"/>
            <ac:cxnSpMk id="30" creationId="{BCB05B6F-7E82-820D-B736-C08634260921}"/>
          </ac:cxnSpMkLst>
        </pc:cxnChg>
      </pc:sldChg>
      <pc:sldChg chg="add del">
        <pc:chgData name="Koli, Kritika EX1" userId="1c8c4374-6798-4ce5-81da-73202fe3f38b" providerId="ADAL" clId="{7D2111D0-4E78-4DDF-9FD3-C540033BCA6E}" dt="2024-04-01T09:59:36.094" v="3358" actId="47"/>
        <pc:sldMkLst>
          <pc:docMk/>
          <pc:sldMk cId="1989969912" sldId="349"/>
        </pc:sldMkLst>
      </pc:sldChg>
      <pc:sldChg chg="add del ord">
        <pc:chgData name="Koli, Kritika EX1" userId="1c8c4374-6798-4ce5-81da-73202fe3f38b" providerId="ADAL" clId="{7D2111D0-4E78-4DDF-9FD3-C540033BCA6E}" dt="2024-04-01T10:00:42.276" v="3360" actId="47"/>
        <pc:sldMkLst>
          <pc:docMk/>
          <pc:sldMk cId="903463850" sldId="350"/>
        </pc:sldMkLst>
      </pc:sldChg>
      <pc:sldChg chg="add del ord">
        <pc:chgData name="Koli, Kritika EX1" userId="1c8c4374-6798-4ce5-81da-73202fe3f38b" providerId="ADAL" clId="{7D2111D0-4E78-4DDF-9FD3-C540033BCA6E}" dt="2024-04-01T10:00:21.636" v="3359" actId="47"/>
        <pc:sldMkLst>
          <pc:docMk/>
          <pc:sldMk cId="291082650" sldId="351"/>
        </pc:sldMkLst>
      </pc:sldChg>
      <pc:sldChg chg="add del">
        <pc:chgData name="Koli, Kritika EX1" userId="1c8c4374-6798-4ce5-81da-73202fe3f38b" providerId="ADAL" clId="{7D2111D0-4E78-4DDF-9FD3-C540033BCA6E}" dt="2024-04-01T10:01:48.943" v="3392" actId="47"/>
        <pc:sldMkLst>
          <pc:docMk/>
          <pc:sldMk cId="1984254387" sldId="352"/>
        </pc:sldMkLst>
      </pc:sldChg>
      <pc:sldChg chg="addSp modSp add del mod">
        <pc:chgData name="Koli, Kritika EX1" userId="1c8c4374-6798-4ce5-81da-73202fe3f38b" providerId="ADAL" clId="{7D2111D0-4E78-4DDF-9FD3-C540033BCA6E}" dt="2024-04-01T10:02:28.640" v="3399" actId="47"/>
        <pc:sldMkLst>
          <pc:docMk/>
          <pc:sldMk cId="445073323" sldId="353"/>
        </pc:sldMkLst>
        <pc:spChg chg="add mod">
          <ac:chgData name="Koli, Kritika EX1" userId="1c8c4374-6798-4ce5-81da-73202fe3f38b" providerId="ADAL" clId="{7D2111D0-4E78-4DDF-9FD3-C540033BCA6E}" dt="2024-04-01T10:01:45.383" v="3391" actId="14100"/>
          <ac:spMkLst>
            <pc:docMk/>
            <pc:sldMk cId="445073323" sldId="353"/>
            <ac:spMk id="4" creationId="{37E149C2-372C-9E06-109B-BED0E4CB3002}"/>
          </ac:spMkLst>
        </pc:spChg>
      </pc:sldChg>
      <pc:sldChg chg="addSp delSp modSp add mod">
        <pc:chgData name="Koli, Kritika EX1" userId="1c8c4374-6798-4ce5-81da-73202fe3f38b" providerId="ADAL" clId="{7D2111D0-4E78-4DDF-9FD3-C540033BCA6E}" dt="2024-04-01T10:10:08.594" v="4099" actId="478"/>
        <pc:sldMkLst>
          <pc:docMk/>
          <pc:sldMk cId="2318804946" sldId="354"/>
        </pc:sldMkLst>
        <pc:spChg chg="add mod">
          <ac:chgData name="Koli, Kritika EX1" userId="1c8c4374-6798-4ce5-81da-73202fe3f38b" providerId="ADAL" clId="{7D2111D0-4E78-4DDF-9FD3-C540033BCA6E}" dt="2024-04-01T10:03:37.700" v="3518" actId="1036"/>
          <ac:spMkLst>
            <pc:docMk/>
            <pc:sldMk cId="2318804946" sldId="354"/>
            <ac:spMk id="2" creationId="{09D8EF93-8C20-CF9C-6864-3A0D393F1D4F}"/>
          </ac:spMkLst>
        </pc:spChg>
        <pc:spChg chg="del">
          <ac:chgData name="Koli, Kritika EX1" userId="1c8c4374-6798-4ce5-81da-73202fe3f38b" providerId="ADAL" clId="{7D2111D0-4E78-4DDF-9FD3-C540033BCA6E}" dt="2024-04-01T10:03:09.359" v="3403" actId="478"/>
          <ac:spMkLst>
            <pc:docMk/>
            <pc:sldMk cId="2318804946" sldId="354"/>
            <ac:spMk id="6" creationId="{B6FDA038-D947-E8F0-3ED8-BFAFAB61A374}"/>
          </ac:spMkLst>
        </pc:spChg>
        <pc:picChg chg="add mod">
          <ac:chgData name="Koli, Kritika EX1" userId="1c8c4374-6798-4ce5-81da-73202fe3f38b" providerId="ADAL" clId="{7D2111D0-4E78-4DDF-9FD3-C540033BCA6E}" dt="2024-04-01T10:03:40.958" v="3521" actId="1038"/>
          <ac:picMkLst>
            <pc:docMk/>
            <pc:sldMk cId="2318804946" sldId="354"/>
            <ac:picMk id="3" creationId="{95453A78-BB69-EEA9-B3BE-DFBC1E299F0C}"/>
          </ac:picMkLst>
        </pc:picChg>
        <pc:picChg chg="mod modCrop">
          <ac:chgData name="Koli, Kritika EX1" userId="1c8c4374-6798-4ce5-81da-73202fe3f38b" providerId="ADAL" clId="{7D2111D0-4E78-4DDF-9FD3-C540033BCA6E}" dt="2024-04-01T10:03:13.704" v="3404" actId="14100"/>
          <ac:picMkLst>
            <pc:docMk/>
            <pc:sldMk cId="2318804946" sldId="354"/>
            <ac:picMk id="4" creationId="{F1B9D299-9F16-4D5D-385D-A4A47CB16886}"/>
          </ac:picMkLst>
        </pc:picChg>
        <pc:picChg chg="del">
          <ac:chgData name="Koli, Kritika EX1" userId="1c8c4374-6798-4ce5-81da-73202fe3f38b" providerId="ADAL" clId="{7D2111D0-4E78-4DDF-9FD3-C540033BCA6E}" dt="2024-04-01T10:10:08.594" v="4099" actId="478"/>
          <ac:picMkLst>
            <pc:docMk/>
            <pc:sldMk cId="2318804946" sldId="354"/>
            <ac:picMk id="5" creationId="{364B5E26-E52E-A02C-E8B9-F795250DE107}"/>
          </ac:picMkLst>
        </pc:picChg>
      </pc:sldChg>
      <pc:sldChg chg="add del">
        <pc:chgData name="Koli, Kritika EX1" userId="1c8c4374-6798-4ce5-81da-73202fe3f38b" providerId="ADAL" clId="{7D2111D0-4E78-4DDF-9FD3-C540033BCA6E}" dt="2024-04-01T10:09:12.799" v="4066" actId="47"/>
        <pc:sldMkLst>
          <pc:docMk/>
          <pc:sldMk cId="3062265488" sldId="355"/>
        </pc:sldMkLst>
      </pc:sldChg>
      <pc:sldChg chg="modSp add del mod">
        <pc:chgData name="Koli, Kritika EX1" userId="1c8c4374-6798-4ce5-81da-73202fe3f38b" providerId="ADAL" clId="{7D2111D0-4E78-4DDF-9FD3-C540033BCA6E}" dt="2024-04-01T10:09:06.507" v="4065" actId="47"/>
        <pc:sldMkLst>
          <pc:docMk/>
          <pc:sldMk cId="474084115" sldId="356"/>
        </pc:sldMkLst>
        <pc:spChg chg="mod">
          <ac:chgData name="Koli, Kritika EX1" userId="1c8c4374-6798-4ce5-81da-73202fe3f38b" providerId="ADAL" clId="{7D2111D0-4E78-4DDF-9FD3-C540033BCA6E}" dt="2024-04-01T10:08:15.416" v="4049" actId="6549"/>
          <ac:spMkLst>
            <pc:docMk/>
            <pc:sldMk cId="474084115" sldId="356"/>
            <ac:spMk id="2" creationId="{2BB65B58-F0DB-1149-512D-51EDFFE831FF}"/>
          </ac:spMkLst>
        </pc:spChg>
      </pc:sldChg>
      <pc:sldChg chg="addSp delSp modSp add mod">
        <pc:chgData name="Koli, Kritika EX1" userId="1c8c4374-6798-4ce5-81da-73202fe3f38b" providerId="ADAL" clId="{7D2111D0-4E78-4DDF-9FD3-C540033BCA6E}" dt="2024-04-01T10:14:42.264" v="4221" actId="1036"/>
        <pc:sldMkLst>
          <pc:docMk/>
          <pc:sldMk cId="22616710" sldId="357"/>
        </pc:sldMkLst>
        <pc:spChg chg="del">
          <ac:chgData name="Koli, Kritika EX1" userId="1c8c4374-6798-4ce5-81da-73202fe3f38b" providerId="ADAL" clId="{7D2111D0-4E78-4DDF-9FD3-C540033BCA6E}" dt="2024-04-01T10:10:24.376" v="4104" actId="478"/>
          <ac:spMkLst>
            <pc:docMk/>
            <pc:sldMk cId="22616710" sldId="357"/>
            <ac:spMk id="3" creationId="{9822D2F6-7F25-2A71-CCD8-7EB639424E41}"/>
          </ac:spMkLst>
        </pc:spChg>
        <pc:spChg chg="add mod">
          <ac:chgData name="Koli, Kritika EX1" userId="1c8c4374-6798-4ce5-81da-73202fe3f38b" providerId="ADAL" clId="{7D2111D0-4E78-4DDF-9FD3-C540033BCA6E}" dt="2024-04-01T10:13:08.517" v="4179" actId="14100"/>
          <ac:spMkLst>
            <pc:docMk/>
            <pc:sldMk cId="22616710" sldId="357"/>
            <ac:spMk id="6" creationId="{EB7AAA62-FEBB-9026-6AE9-D32A56C20014}"/>
          </ac:spMkLst>
        </pc:spChg>
        <pc:spChg chg="add mod">
          <ac:chgData name="Koli, Kritika EX1" userId="1c8c4374-6798-4ce5-81da-73202fe3f38b" providerId="ADAL" clId="{7D2111D0-4E78-4DDF-9FD3-C540033BCA6E}" dt="2024-04-01T10:13:16.381" v="4193" actId="1035"/>
          <ac:spMkLst>
            <pc:docMk/>
            <pc:sldMk cId="22616710" sldId="357"/>
            <ac:spMk id="7" creationId="{9C44F4F5-1061-7DF7-585B-8397EE26061F}"/>
          </ac:spMkLst>
        </pc:spChg>
        <pc:spChg chg="add mod">
          <ac:chgData name="Koli, Kritika EX1" userId="1c8c4374-6798-4ce5-81da-73202fe3f38b" providerId="ADAL" clId="{7D2111D0-4E78-4DDF-9FD3-C540033BCA6E}" dt="2024-04-01T10:14:42.264" v="4221" actId="1036"/>
          <ac:spMkLst>
            <pc:docMk/>
            <pc:sldMk cId="22616710" sldId="357"/>
            <ac:spMk id="10" creationId="{185CDEAE-3369-2832-9201-46C8B3463ED9}"/>
          </ac:spMkLst>
        </pc:spChg>
        <pc:picChg chg="del">
          <ac:chgData name="Koli, Kritika EX1" userId="1c8c4374-6798-4ce5-81da-73202fe3f38b" providerId="ADAL" clId="{7D2111D0-4E78-4DDF-9FD3-C540033BCA6E}" dt="2024-04-01T10:10:03.313" v="4097" actId="478"/>
          <ac:picMkLst>
            <pc:docMk/>
            <pc:sldMk cId="22616710" sldId="357"/>
            <ac:picMk id="2" creationId="{D48F6111-9927-6B0B-EDF0-DA949C348424}"/>
          </ac:picMkLst>
        </pc:picChg>
        <pc:picChg chg="add mod">
          <ac:chgData name="Koli, Kritika EX1" userId="1c8c4374-6798-4ce5-81da-73202fe3f38b" providerId="ADAL" clId="{7D2111D0-4E78-4DDF-9FD3-C540033BCA6E}" dt="2024-04-01T10:12:49.201" v="4149" actId="14100"/>
          <ac:picMkLst>
            <pc:docMk/>
            <pc:sldMk cId="22616710" sldId="357"/>
            <ac:picMk id="4" creationId="{823FE9B4-7A23-7114-3561-05D035246B9F}"/>
          </ac:picMkLst>
        </pc:picChg>
        <pc:picChg chg="del">
          <ac:chgData name="Koli, Kritika EX1" userId="1c8c4374-6798-4ce5-81da-73202fe3f38b" providerId="ADAL" clId="{7D2111D0-4E78-4DDF-9FD3-C540033BCA6E}" dt="2024-04-01T10:10:12.443" v="4100" actId="478"/>
          <ac:picMkLst>
            <pc:docMk/>
            <pc:sldMk cId="22616710" sldId="357"/>
            <ac:picMk id="5" creationId="{364B5E26-E52E-A02C-E8B9-F795250DE107}"/>
          </ac:picMkLst>
        </pc:picChg>
        <pc:picChg chg="add mod">
          <ac:chgData name="Koli, Kritika EX1" userId="1c8c4374-6798-4ce5-81da-73202fe3f38b" providerId="ADAL" clId="{7D2111D0-4E78-4DDF-9FD3-C540033BCA6E}" dt="2024-04-01T10:13:24.156" v="4205" actId="1037"/>
          <ac:picMkLst>
            <pc:docMk/>
            <pc:sldMk cId="22616710" sldId="357"/>
            <ac:picMk id="8" creationId="{0E0CE9FA-007B-9522-9FAE-4284327800DA}"/>
          </ac:picMkLst>
        </pc:picChg>
        <pc:picChg chg="add mod modCrop">
          <ac:chgData name="Koli, Kritika EX1" userId="1c8c4374-6798-4ce5-81da-73202fe3f38b" providerId="ADAL" clId="{7D2111D0-4E78-4DDF-9FD3-C540033BCA6E}" dt="2024-04-01T10:14:11.846" v="4214" actId="14100"/>
          <ac:picMkLst>
            <pc:docMk/>
            <pc:sldMk cId="22616710" sldId="357"/>
            <ac:picMk id="9" creationId="{0EAF4E7D-B828-775D-0EC4-270C233A847B}"/>
          </ac:picMkLst>
        </pc:picChg>
      </pc:sldChg>
      <pc:sldChg chg="addSp delSp modSp add del mod">
        <pc:chgData name="Koli, Kritika EX1" userId="1c8c4374-6798-4ce5-81da-73202fe3f38b" providerId="ADAL" clId="{7D2111D0-4E78-4DDF-9FD3-C540033BCA6E}" dt="2024-04-01T10:15:08.842" v="4224" actId="47"/>
        <pc:sldMkLst>
          <pc:docMk/>
          <pc:sldMk cId="3852473121" sldId="358"/>
        </pc:sldMkLst>
        <pc:spChg chg="del">
          <ac:chgData name="Koli, Kritika EX1" userId="1c8c4374-6798-4ce5-81da-73202fe3f38b" providerId="ADAL" clId="{7D2111D0-4E78-4DDF-9FD3-C540033BCA6E}" dt="2024-04-01T10:15:03.239" v="4223" actId="478"/>
          <ac:spMkLst>
            <pc:docMk/>
            <pc:sldMk cId="3852473121" sldId="358"/>
            <ac:spMk id="4" creationId="{D21619B1-18D2-E227-4FE9-6A1B9C266FE0}"/>
          </ac:spMkLst>
        </pc:spChg>
        <pc:picChg chg="add del mod">
          <ac:chgData name="Koli, Kritika EX1" userId="1c8c4374-6798-4ce5-81da-73202fe3f38b" providerId="ADAL" clId="{7D2111D0-4E78-4DDF-9FD3-C540033BCA6E}" dt="2024-04-01T10:15:00.730" v="4222" actId="478"/>
          <ac:picMkLst>
            <pc:docMk/>
            <pc:sldMk cId="3852473121" sldId="358"/>
            <ac:picMk id="2" creationId="{2ADD5C4C-B07A-20F7-1D74-235655F7B978}"/>
          </ac:picMkLst>
        </pc:picChg>
        <pc:picChg chg="del">
          <ac:chgData name="Koli, Kritika EX1" userId="1c8c4374-6798-4ce5-81da-73202fe3f38b" providerId="ADAL" clId="{7D2111D0-4E78-4DDF-9FD3-C540033BCA6E}" dt="2024-04-01T10:12:03.181" v="4134" actId="478"/>
          <ac:picMkLst>
            <pc:docMk/>
            <pc:sldMk cId="3852473121" sldId="358"/>
            <ac:picMk id="3" creationId="{E5F51953-7D75-F301-F016-71733CF60820}"/>
          </ac:picMkLst>
        </pc:picChg>
        <pc:picChg chg="del">
          <ac:chgData name="Koli, Kritika EX1" userId="1c8c4374-6798-4ce5-81da-73202fe3f38b" providerId="ADAL" clId="{7D2111D0-4E78-4DDF-9FD3-C540033BCA6E}" dt="2024-04-01T10:12:15.755" v="4138" actId="478"/>
          <ac:picMkLst>
            <pc:docMk/>
            <pc:sldMk cId="3852473121" sldId="358"/>
            <ac:picMk id="5" creationId="{364B5E26-E52E-A02C-E8B9-F795250DE107}"/>
          </ac:picMkLst>
        </pc:picChg>
      </pc:sldChg>
      <pc:sldChg chg="addSp delSp modSp add del mod">
        <pc:chgData name="Koli, Kritika EX1" userId="1c8c4374-6798-4ce5-81da-73202fe3f38b" providerId="ADAL" clId="{7D2111D0-4E78-4DDF-9FD3-C540033BCA6E}" dt="2024-04-01T09:00:11.262" v="1979" actId="47"/>
        <pc:sldMkLst>
          <pc:docMk/>
          <pc:sldMk cId="3498705301" sldId="360"/>
        </pc:sldMkLst>
        <pc:spChg chg="add mod">
          <ac:chgData name="Koli, Kritika EX1" userId="1c8c4374-6798-4ce5-81da-73202fe3f38b" providerId="ADAL" clId="{7D2111D0-4E78-4DDF-9FD3-C540033BCA6E}" dt="2024-04-01T05:53:26.248" v="289" actId="1076"/>
          <ac:spMkLst>
            <pc:docMk/>
            <pc:sldMk cId="3498705301" sldId="360"/>
            <ac:spMk id="2" creationId="{AC6C1817-4722-4C25-59EF-43AA688F5170}"/>
          </ac:spMkLst>
        </pc:spChg>
        <pc:spChg chg="del mod">
          <ac:chgData name="Koli, Kritika EX1" userId="1c8c4374-6798-4ce5-81da-73202fe3f38b" providerId="ADAL" clId="{7D2111D0-4E78-4DDF-9FD3-C540033BCA6E}" dt="2024-04-01T05:48:38.318" v="203" actId="478"/>
          <ac:spMkLst>
            <pc:docMk/>
            <pc:sldMk cId="3498705301" sldId="360"/>
            <ac:spMk id="4" creationId="{8523E554-CE1B-4628-3BF5-BCCEE113C0E5}"/>
          </ac:spMkLst>
        </pc:spChg>
        <pc:spChg chg="add mod">
          <ac:chgData name="Koli, Kritika EX1" userId="1c8c4374-6798-4ce5-81da-73202fe3f38b" providerId="ADAL" clId="{7D2111D0-4E78-4DDF-9FD3-C540033BCA6E}" dt="2024-04-01T05:54:32.529" v="301" actId="1037"/>
          <ac:spMkLst>
            <pc:docMk/>
            <pc:sldMk cId="3498705301" sldId="360"/>
            <ac:spMk id="5" creationId="{B6DDB6DC-F043-8E82-A788-35AC0ECFEE39}"/>
          </ac:spMkLst>
        </pc:spChg>
        <pc:spChg chg="add mod">
          <ac:chgData name="Koli, Kritika EX1" userId="1c8c4374-6798-4ce5-81da-73202fe3f38b" providerId="ADAL" clId="{7D2111D0-4E78-4DDF-9FD3-C540033BCA6E}" dt="2024-04-01T05:56:10.580" v="441" actId="20577"/>
          <ac:spMkLst>
            <pc:docMk/>
            <pc:sldMk cId="3498705301" sldId="360"/>
            <ac:spMk id="6" creationId="{B2F64759-1E8B-2FC9-E332-4C3A94267054}"/>
          </ac:spMkLst>
        </pc:spChg>
        <pc:picChg chg="del">
          <ac:chgData name="Koli, Kritika EX1" userId="1c8c4374-6798-4ce5-81da-73202fe3f38b" providerId="ADAL" clId="{7D2111D0-4E78-4DDF-9FD3-C540033BCA6E}" dt="2024-04-01T05:44:13.371" v="68" actId="478"/>
          <ac:picMkLst>
            <pc:docMk/>
            <pc:sldMk cId="3498705301" sldId="360"/>
            <ac:picMk id="3" creationId="{F7BCD538-D64F-3BD2-1DEC-D0E56ADC8486}"/>
          </ac:picMkLst>
        </pc:picChg>
        <pc:picChg chg="mod">
          <ac:chgData name="Koli, Kritika EX1" userId="1c8c4374-6798-4ce5-81da-73202fe3f38b" providerId="ADAL" clId="{7D2111D0-4E78-4DDF-9FD3-C540033BCA6E}" dt="2024-04-01T05:54:58.704" v="333" actId="1076"/>
          <ac:picMkLst>
            <pc:docMk/>
            <pc:sldMk cId="3498705301" sldId="360"/>
            <ac:picMk id="7" creationId="{769F996F-4115-5B0C-8435-D1DE662D57C6}"/>
          </ac:picMkLst>
        </pc:picChg>
        <pc:cxnChg chg="add mod">
          <ac:chgData name="Koli, Kritika EX1" userId="1c8c4374-6798-4ce5-81da-73202fe3f38b" providerId="ADAL" clId="{7D2111D0-4E78-4DDF-9FD3-C540033BCA6E}" dt="2024-04-01T05:54:54.476" v="331" actId="1038"/>
          <ac:cxnSpMkLst>
            <pc:docMk/>
            <pc:sldMk cId="3498705301" sldId="360"/>
            <ac:cxnSpMk id="8" creationId="{6AF0A9B2-C240-9B70-CC52-B4A3C44AD807}"/>
          </ac:cxnSpMkLst>
        </pc:cxnChg>
      </pc:sldChg>
      <pc:sldChg chg="add del">
        <pc:chgData name="Koli, Kritika EX1" userId="1c8c4374-6798-4ce5-81da-73202fe3f38b" providerId="ADAL" clId="{7D2111D0-4E78-4DDF-9FD3-C540033BCA6E}" dt="2024-04-01T10:27:22.599" v="4487" actId="47"/>
        <pc:sldMkLst>
          <pc:docMk/>
          <pc:sldMk cId="1952856646" sldId="361"/>
        </pc:sldMkLst>
      </pc:sldChg>
      <pc:sldChg chg="addSp delSp modSp add mod">
        <pc:chgData name="Koli, Kritika EX1" userId="1c8c4374-6798-4ce5-81da-73202fe3f38b" providerId="ADAL" clId="{7D2111D0-4E78-4DDF-9FD3-C540033BCA6E}" dt="2024-04-01T10:31:08.573" v="4663" actId="1038"/>
        <pc:sldMkLst>
          <pc:docMk/>
          <pc:sldMk cId="1671671654" sldId="362"/>
        </pc:sldMkLst>
        <pc:spChg chg="add mod">
          <ac:chgData name="Koli, Kritika EX1" userId="1c8c4374-6798-4ce5-81da-73202fe3f38b" providerId="ADAL" clId="{7D2111D0-4E78-4DDF-9FD3-C540033BCA6E}" dt="2024-04-01T10:30:20.717" v="4649" actId="1038"/>
          <ac:spMkLst>
            <pc:docMk/>
            <pc:sldMk cId="1671671654" sldId="362"/>
            <ac:spMk id="2" creationId="{68945FC5-8C36-B638-B0ED-957FEAEFE952}"/>
          </ac:spMkLst>
        </pc:spChg>
        <pc:spChg chg="del">
          <ac:chgData name="Koli, Kritika EX1" userId="1c8c4374-6798-4ce5-81da-73202fe3f38b" providerId="ADAL" clId="{7D2111D0-4E78-4DDF-9FD3-C540033BCA6E}" dt="2024-04-01T10:29:56.507" v="4611" actId="478"/>
          <ac:spMkLst>
            <pc:docMk/>
            <pc:sldMk cId="1671671654" sldId="362"/>
            <ac:spMk id="4" creationId="{3284F954-2B52-7E3A-663B-0E5C41550429}"/>
          </ac:spMkLst>
        </pc:spChg>
        <pc:spChg chg="add mod">
          <ac:chgData name="Koli, Kritika EX1" userId="1c8c4374-6798-4ce5-81da-73202fe3f38b" providerId="ADAL" clId="{7D2111D0-4E78-4DDF-9FD3-C540033BCA6E}" dt="2024-04-01T10:30:31.738" v="4655" actId="1036"/>
          <ac:spMkLst>
            <pc:docMk/>
            <pc:sldMk cId="1671671654" sldId="362"/>
            <ac:spMk id="6" creationId="{81068853-AA14-BBF0-6F81-77B236B32177}"/>
          </ac:spMkLst>
        </pc:spChg>
        <pc:spChg chg="add mod">
          <ac:chgData name="Koli, Kritika EX1" userId="1c8c4374-6798-4ce5-81da-73202fe3f38b" providerId="ADAL" clId="{7D2111D0-4E78-4DDF-9FD3-C540033BCA6E}" dt="2024-04-01T10:31:08.573" v="4663" actId="1038"/>
          <ac:spMkLst>
            <pc:docMk/>
            <pc:sldMk cId="1671671654" sldId="362"/>
            <ac:spMk id="10" creationId="{A8E543F3-29A1-61A3-B252-557915973A5C}"/>
          </ac:spMkLst>
        </pc:spChg>
        <pc:picChg chg="mod">
          <ac:chgData name="Koli, Kritika EX1" userId="1c8c4374-6798-4ce5-81da-73202fe3f38b" providerId="ADAL" clId="{7D2111D0-4E78-4DDF-9FD3-C540033BCA6E}" dt="2024-04-01T10:30:01.825" v="4612" actId="14100"/>
          <ac:picMkLst>
            <pc:docMk/>
            <pc:sldMk cId="1671671654" sldId="362"/>
            <ac:picMk id="3" creationId="{82F0FE10-4053-6292-E9C7-10100CCCB1BA}"/>
          </ac:picMkLst>
        </pc:picChg>
        <pc:picChg chg="del">
          <ac:chgData name="Koli, Kritika EX1" userId="1c8c4374-6798-4ce5-81da-73202fe3f38b" providerId="ADAL" clId="{7D2111D0-4E78-4DDF-9FD3-C540033BCA6E}" dt="2024-04-01T10:27:32.331" v="4488" actId="478"/>
          <ac:picMkLst>
            <pc:docMk/>
            <pc:sldMk cId="1671671654" sldId="362"/>
            <ac:picMk id="5" creationId="{00139CFD-48DA-8403-4E7B-790E6EEF12DA}"/>
          </ac:picMkLst>
        </pc:picChg>
        <pc:picChg chg="add mod">
          <ac:chgData name="Koli, Kritika EX1" userId="1c8c4374-6798-4ce5-81da-73202fe3f38b" providerId="ADAL" clId="{7D2111D0-4E78-4DDF-9FD3-C540033BCA6E}" dt="2024-04-01T10:30:48.411" v="4657" actId="1076"/>
          <ac:picMkLst>
            <pc:docMk/>
            <pc:sldMk cId="1671671654" sldId="362"/>
            <ac:picMk id="9" creationId="{83E266AA-977A-AA16-67BF-53A4EA09D40F}"/>
          </ac:picMkLst>
        </pc:picChg>
        <pc:cxnChg chg="add mod">
          <ac:chgData name="Koli, Kritika EX1" userId="1c8c4374-6798-4ce5-81da-73202fe3f38b" providerId="ADAL" clId="{7D2111D0-4E78-4DDF-9FD3-C540033BCA6E}" dt="2024-04-01T10:30:20.717" v="4649" actId="1038"/>
          <ac:cxnSpMkLst>
            <pc:docMk/>
            <pc:sldMk cId="1671671654" sldId="362"/>
            <ac:cxnSpMk id="7" creationId="{37EE75AF-462D-5D19-69C8-4884EFC8CF9E}"/>
          </ac:cxnSpMkLst>
        </pc:cxnChg>
      </pc:sldChg>
      <pc:sldChg chg="addSp delSp modSp add mod">
        <pc:chgData name="Koli, Kritika EX1" userId="1c8c4374-6798-4ce5-81da-73202fe3f38b" providerId="ADAL" clId="{7D2111D0-4E78-4DDF-9FD3-C540033BCA6E}" dt="2024-04-01T10:33:05.775" v="4687" actId="208"/>
        <pc:sldMkLst>
          <pc:docMk/>
          <pc:sldMk cId="763919878" sldId="363"/>
        </pc:sldMkLst>
        <pc:spChg chg="add mod">
          <ac:chgData name="Koli, Kritika EX1" userId="1c8c4374-6798-4ce5-81da-73202fe3f38b" providerId="ADAL" clId="{7D2111D0-4E78-4DDF-9FD3-C540033BCA6E}" dt="2024-04-01T10:32:35.541" v="4678" actId="14100"/>
          <ac:spMkLst>
            <pc:docMk/>
            <pc:sldMk cId="763919878" sldId="363"/>
            <ac:spMk id="2" creationId="{1DB1B953-9211-7DD2-9FD7-0FE1EA2D72BB}"/>
          </ac:spMkLst>
        </pc:spChg>
        <pc:spChg chg="del">
          <ac:chgData name="Koli, Kritika EX1" userId="1c8c4374-6798-4ce5-81da-73202fe3f38b" providerId="ADAL" clId="{7D2111D0-4E78-4DDF-9FD3-C540033BCA6E}" dt="2024-04-01T10:31:16.243" v="4664" actId="478"/>
          <ac:spMkLst>
            <pc:docMk/>
            <pc:sldMk cId="763919878" sldId="363"/>
            <ac:spMk id="4" creationId="{3284F954-2B52-7E3A-663B-0E5C41550429}"/>
          </ac:spMkLst>
        </pc:spChg>
        <pc:picChg chg="add mod modCrop">
          <ac:chgData name="Koli, Kritika EX1" userId="1c8c4374-6798-4ce5-81da-73202fe3f38b" providerId="ADAL" clId="{7D2111D0-4E78-4DDF-9FD3-C540033BCA6E}" dt="2024-04-01T10:33:05.775" v="4687" actId="208"/>
          <ac:picMkLst>
            <pc:docMk/>
            <pc:sldMk cId="763919878" sldId="363"/>
            <ac:picMk id="3" creationId="{2E5F96C8-E2D5-BB02-997C-5C23FC7473A3}"/>
          </ac:picMkLst>
        </pc:picChg>
        <pc:picChg chg="del">
          <ac:chgData name="Koli, Kritika EX1" userId="1c8c4374-6798-4ce5-81da-73202fe3f38b" providerId="ADAL" clId="{7D2111D0-4E78-4DDF-9FD3-C540033BCA6E}" dt="2024-04-01T10:31:24.174" v="4666" actId="478"/>
          <ac:picMkLst>
            <pc:docMk/>
            <pc:sldMk cId="763919878" sldId="363"/>
            <ac:picMk id="5" creationId="{00139CFD-48DA-8403-4E7B-790E6EEF12DA}"/>
          </ac:picMkLst>
        </pc:picChg>
        <pc:picChg chg="mod">
          <ac:chgData name="Koli, Kritika EX1" userId="1c8c4374-6798-4ce5-81da-73202fe3f38b" providerId="ADAL" clId="{7D2111D0-4E78-4DDF-9FD3-C540033BCA6E}" dt="2024-04-01T10:32:24.413" v="4676" actId="1076"/>
          <ac:picMkLst>
            <pc:docMk/>
            <pc:sldMk cId="763919878" sldId="363"/>
            <ac:picMk id="6" creationId="{54F2231C-AF02-C1B7-1E3F-E955BB5493CD}"/>
          </ac:picMkLst>
        </pc:picChg>
      </pc:sldChg>
      <pc:sldChg chg="delSp add del mod">
        <pc:chgData name="Koli, Kritika EX1" userId="1c8c4374-6798-4ce5-81da-73202fe3f38b" providerId="ADAL" clId="{7D2111D0-4E78-4DDF-9FD3-C540033BCA6E}" dt="2024-04-01T10:33:37.558" v="4691" actId="47"/>
        <pc:sldMkLst>
          <pc:docMk/>
          <pc:sldMk cId="3427392034" sldId="364"/>
        </pc:sldMkLst>
        <pc:spChg chg="del">
          <ac:chgData name="Koli, Kritika EX1" userId="1c8c4374-6798-4ce5-81da-73202fe3f38b" providerId="ADAL" clId="{7D2111D0-4E78-4DDF-9FD3-C540033BCA6E}" dt="2024-04-01T10:33:32.111" v="4689" actId="478"/>
          <ac:spMkLst>
            <pc:docMk/>
            <pc:sldMk cId="3427392034" sldId="364"/>
            <ac:spMk id="4" creationId="{3284F954-2B52-7E3A-663B-0E5C41550429}"/>
          </ac:spMkLst>
        </pc:spChg>
        <pc:picChg chg="del">
          <ac:chgData name="Koli, Kritika EX1" userId="1c8c4374-6798-4ce5-81da-73202fe3f38b" providerId="ADAL" clId="{7D2111D0-4E78-4DDF-9FD3-C540033BCA6E}" dt="2024-04-01T10:33:27.738" v="4688" actId="478"/>
          <ac:picMkLst>
            <pc:docMk/>
            <pc:sldMk cId="3427392034" sldId="364"/>
            <ac:picMk id="3" creationId="{2B3B2E40-2A92-EF0C-A04B-4637F2067842}"/>
          </ac:picMkLst>
        </pc:picChg>
        <pc:picChg chg="del">
          <ac:chgData name="Koli, Kritika EX1" userId="1c8c4374-6798-4ce5-81da-73202fe3f38b" providerId="ADAL" clId="{7D2111D0-4E78-4DDF-9FD3-C540033BCA6E}" dt="2024-04-01T10:33:35.608" v="4690" actId="478"/>
          <ac:picMkLst>
            <pc:docMk/>
            <pc:sldMk cId="3427392034" sldId="364"/>
            <ac:picMk id="5" creationId="{00139CFD-48DA-8403-4E7B-790E6EEF12DA}"/>
          </ac:picMkLst>
        </pc:picChg>
      </pc:sldChg>
      <pc:sldChg chg="addSp delSp modSp add mod ord">
        <pc:chgData name="Koli, Kritika EX1" userId="1c8c4374-6798-4ce5-81da-73202fe3f38b" providerId="ADAL" clId="{7D2111D0-4E78-4DDF-9FD3-C540033BCA6E}" dt="2024-04-01T10:52:18.151" v="5026" actId="255"/>
        <pc:sldMkLst>
          <pc:docMk/>
          <pc:sldMk cId="1453886483" sldId="365"/>
        </pc:sldMkLst>
        <pc:spChg chg="del">
          <ac:chgData name="Koli, Kritika EX1" userId="1c8c4374-6798-4ce5-81da-73202fe3f38b" providerId="ADAL" clId="{7D2111D0-4E78-4DDF-9FD3-C540033BCA6E}" dt="2024-04-01T10:18:08.795" v="4335" actId="478"/>
          <ac:spMkLst>
            <pc:docMk/>
            <pc:sldMk cId="1453886483" sldId="365"/>
            <ac:spMk id="2" creationId="{B3C363B1-3B30-DC74-CEA8-1C1D021505B7}"/>
          </ac:spMkLst>
        </pc:spChg>
        <pc:spChg chg="add mod">
          <ac:chgData name="Koli, Kritika EX1" userId="1c8c4374-6798-4ce5-81da-73202fe3f38b" providerId="ADAL" clId="{7D2111D0-4E78-4DDF-9FD3-C540033BCA6E}" dt="2024-04-01T10:52:18.151" v="5026" actId="255"/>
          <ac:spMkLst>
            <pc:docMk/>
            <pc:sldMk cId="1453886483" sldId="365"/>
            <ac:spMk id="3" creationId="{33B03D48-A62C-AC71-2167-F8B57B3C0100}"/>
          </ac:spMkLst>
        </pc:spChg>
        <pc:spChg chg="add mod">
          <ac:chgData name="Koli, Kritika EX1" userId="1c8c4374-6798-4ce5-81da-73202fe3f38b" providerId="ADAL" clId="{7D2111D0-4E78-4DDF-9FD3-C540033BCA6E}" dt="2024-04-01T10:38:39.204" v="4949" actId="14100"/>
          <ac:spMkLst>
            <pc:docMk/>
            <pc:sldMk cId="1453886483" sldId="365"/>
            <ac:spMk id="8" creationId="{0B0E21BD-174D-00C1-EB0F-39797AA99361}"/>
          </ac:spMkLst>
        </pc:spChg>
        <pc:picChg chg="add mod modCrop">
          <ac:chgData name="Koli, Kritika EX1" userId="1c8c4374-6798-4ce5-81da-73202fe3f38b" providerId="ADAL" clId="{7D2111D0-4E78-4DDF-9FD3-C540033BCA6E}" dt="2024-04-01T10:38:28.822" v="4946" actId="1076"/>
          <ac:picMkLst>
            <pc:docMk/>
            <pc:sldMk cId="1453886483" sldId="365"/>
            <ac:picMk id="4" creationId="{7BAD2AF7-AA92-76FD-C0B6-F139FEF0B639}"/>
          </ac:picMkLst>
        </pc:picChg>
        <pc:picChg chg="del">
          <ac:chgData name="Koli, Kritika EX1" userId="1c8c4374-6798-4ce5-81da-73202fe3f38b" providerId="ADAL" clId="{7D2111D0-4E78-4DDF-9FD3-C540033BCA6E}" dt="2024-04-01T10:18:10.680" v="4336" actId="478"/>
          <ac:picMkLst>
            <pc:docMk/>
            <pc:sldMk cId="1453886483" sldId="365"/>
            <ac:picMk id="5" creationId="{364B5E26-E52E-A02C-E8B9-F795250DE107}"/>
          </ac:picMkLst>
        </pc:picChg>
        <pc:picChg chg="add del mod">
          <ac:chgData name="Koli, Kritika EX1" userId="1c8c4374-6798-4ce5-81da-73202fe3f38b" providerId="ADAL" clId="{7D2111D0-4E78-4DDF-9FD3-C540033BCA6E}" dt="2024-04-01T10:22:05.999" v="4352" actId="478"/>
          <ac:picMkLst>
            <pc:docMk/>
            <pc:sldMk cId="1453886483" sldId="365"/>
            <ac:picMk id="7" creationId="{C983DD9F-9B40-1730-21B4-2C2593430F87}"/>
          </ac:picMkLst>
        </pc:picChg>
        <pc:picChg chg="add mod">
          <ac:chgData name="Koli, Kritika EX1" userId="1c8c4374-6798-4ce5-81da-73202fe3f38b" providerId="ADAL" clId="{7D2111D0-4E78-4DDF-9FD3-C540033BCA6E}" dt="2024-04-01T10:38:48.335" v="4951" actId="1076"/>
          <ac:picMkLst>
            <pc:docMk/>
            <pc:sldMk cId="1453886483" sldId="365"/>
            <ac:picMk id="9" creationId="{FA501FD6-3B48-A6A1-5682-31465BCBDB63}"/>
          </ac:picMkLst>
        </pc:picChg>
        <pc:picChg chg="add mod">
          <ac:chgData name="Koli, Kritika EX1" userId="1c8c4374-6798-4ce5-81da-73202fe3f38b" providerId="ADAL" clId="{7D2111D0-4E78-4DDF-9FD3-C540033BCA6E}" dt="2024-04-01T10:40:00.921" v="4957" actId="1076"/>
          <ac:picMkLst>
            <pc:docMk/>
            <pc:sldMk cId="1453886483" sldId="365"/>
            <ac:picMk id="11" creationId="{A634C003-51BB-1160-3376-44C9F1A0F000}"/>
          </ac:picMkLst>
        </pc:picChg>
        <pc:cxnChg chg="add mod">
          <ac:chgData name="Koli, Kritika EX1" userId="1c8c4374-6798-4ce5-81da-73202fe3f38b" providerId="ADAL" clId="{7D2111D0-4E78-4DDF-9FD3-C540033BCA6E}" dt="2024-04-01T10:40:23.869" v="4966" actId="1038"/>
          <ac:cxnSpMkLst>
            <pc:docMk/>
            <pc:sldMk cId="1453886483" sldId="365"/>
            <ac:cxnSpMk id="12" creationId="{BB78C731-11B7-6821-C66D-982BE956C787}"/>
          </ac:cxnSpMkLst>
        </pc:cxnChg>
      </pc:sldChg>
      <pc:sldChg chg="addSp delSp modSp add mod">
        <pc:chgData name="Koli, Kritika EX1" userId="1c8c4374-6798-4ce5-81da-73202fe3f38b" providerId="ADAL" clId="{7D2111D0-4E78-4DDF-9FD3-C540033BCA6E}" dt="2024-04-01T10:36:59.274" v="4881" actId="14100"/>
        <pc:sldMkLst>
          <pc:docMk/>
          <pc:sldMk cId="2827433411" sldId="366"/>
        </pc:sldMkLst>
        <pc:spChg chg="del">
          <ac:chgData name="Koli, Kritika EX1" userId="1c8c4374-6798-4ce5-81da-73202fe3f38b" providerId="ADAL" clId="{7D2111D0-4E78-4DDF-9FD3-C540033BCA6E}" dt="2024-04-01T10:35:04.914" v="4796" actId="478"/>
          <ac:spMkLst>
            <pc:docMk/>
            <pc:sldMk cId="2827433411" sldId="366"/>
            <ac:spMk id="2" creationId="{38A1A2A9-0421-E608-F1DC-1B896C89D868}"/>
          </ac:spMkLst>
        </pc:spChg>
        <pc:spChg chg="add mod">
          <ac:chgData name="Koli, Kritika EX1" userId="1c8c4374-6798-4ce5-81da-73202fe3f38b" providerId="ADAL" clId="{7D2111D0-4E78-4DDF-9FD3-C540033BCA6E}" dt="2024-04-01T10:35:02.272" v="4795" actId="14100"/>
          <ac:spMkLst>
            <pc:docMk/>
            <pc:sldMk cId="2827433411" sldId="366"/>
            <ac:spMk id="3" creationId="{4FE555BD-B9CC-549B-BD8F-E9CFD3EB9408}"/>
          </ac:spMkLst>
        </pc:spChg>
        <pc:spChg chg="add mod">
          <ac:chgData name="Koli, Kritika EX1" userId="1c8c4374-6798-4ce5-81da-73202fe3f38b" providerId="ADAL" clId="{7D2111D0-4E78-4DDF-9FD3-C540033BCA6E}" dt="2024-04-01T10:36:22.402" v="4868" actId="1036"/>
          <ac:spMkLst>
            <pc:docMk/>
            <pc:sldMk cId="2827433411" sldId="366"/>
            <ac:spMk id="6" creationId="{5605A8E3-57A8-0ABF-EE51-525ACD524A31}"/>
          </ac:spMkLst>
        </pc:spChg>
        <pc:spChg chg="add mod">
          <ac:chgData name="Koli, Kritika EX1" userId="1c8c4374-6798-4ce5-81da-73202fe3f38b" providerId="ADAL" clId="{7D2111D0-4E78-4DDF-9FD3-C540033BCA6E}" dt="2024-04-01T10:36:27.073" v="4874" actId="1035"/>
          <ac:spMkLst>
            <pc:docMk/>
            <pc:sldMk cId="2827433411" sldId="366"/>
            <ac:spMk id="8" creationId="{632D4B5E-6DE3-979F-F52D-8099BB81A0C5}"/>
          </ac:spMkLst>
        </pc:spChg>
        <pc:spChg chg="add mod">
          <ac:chgData name="Koli, Kritika EX1" userId="1c8c4374-6798-4ce5-81da-73202fe3f38b" providerId="ADAL" clId="{7D2111D0-4E78-4DDF-9FD3-C540033BCA6E}" dt="2024-04-01T10:36:59.274" v="4881" actId="14100"/>
          <ac:spMkLst>
            <pc:docMk/>
            <pc:sldMk cId="2827433411" sldId="366"/>
            <ac:spMk id="10" creationId="{0855E222-5228-4AFD-5214-042949A32811}"/>
          </ac:spMkLst>
        </pc:spChg>
        <pc:picChg chg="add mod modCrop">
          <ac:chgData name="Koli, Kritika EX1" userId="1c8c4374-6798-4ce5-81da-73202fe3f38b" providerId="ADAL" clId="{7D2111D0-4E78-4DDF-9FD3-C540033BCA6E}" dt="2024-04-01T10:36:24.098" v="4869" actId="1076"/>
          <ac:picMkLst>
            <pc:docMk/>
            <pc:sldMk cId="2827433411" sldId="366"/>
            <ac:picMk id="4" creationId="{DE8BCC19-91DA-C5B7-81C8-4E952B758B69}"/>
          </ac:picMkLst>
        </pc:picChg>
        <pc:picChg chg="del">
          <ac:chgData name="Koli, Kritika EX1" userId="1c8c4374-6798-4ce5-81da-73202fe3f38b" providerId="ADAL" clId="{7D2111D0-4E78-4DDF-9FD3-C540033BCA6E}" dt="2024-04-01T10:35:20.136" v="4801" actId="478"/>
          <ac:picMkLst>
            <pc:docMk/>
            <pc:sldMk cId="2827433411" sldId="366"/>
            <ac:picMk id="5" creationId="{00139CFD-48DA-8403-4E7B-790E6EEF12DA}"/>
          </ac:picMkLst>
        </pc:picChg>
        <pc:picChg chg="add mod">
          <ac:chgData name="Koli, Kritika EX1" userId="1c8c4374-6798-4ce5-81da-73202fe3f38b" providerId="ADAL" clId="{7D2111D0-4E78-4DDF-9FD3-C540033BCA6E}" dt="2024-04-01T10:36:12.023" v="4861" actId="1036"/>
          <ac:picMkLst>
            <pc:docMk/>
            <pc:sldMk cId="2827433411" sldId="366"/>
            <ac:picMk id="7" creationId="{83C03688-430A-281E-4E42-37FE7DA5FDC7}"/>
          </ac:picMkLst>
        </pc:picChg>
        <pc:cxnChg chg="add mod">
          <ac:chgData name="Koli, Kritika EX1" userId="1c8c4374-6798-4ce5-81da-73202fe3f38b" providerId="ADAL" clId="{7D2111D0-4E78-4DDF-9FD3-C540033BCA6E}" dt="2024-04-01T10:36:30.486" v="4877" actId="1035"/>
          <ac:cxnSpMkLst>
            <pc:docMk/>
            <pc:sldMk cId="2827433411" sldId="366"/>
            <ac:cxnSpMk id="9" creationId="{7142A2A4-4E1A-D0E5-AA52-91E5B0BF85BB}"/>
          </ac:cxnSpMkLst>
        </pc:cxnChg>
      </pc:sldChg>
      <pc:sldChg chg="modSp mod">
        <pc:chgData name="Koli, Kritika EX1" userId="1c8c4374-6798-4ce5-81da-73202fe3f38b" providerId="ADAL" clId="{7D2111D0-4E78-4DDF-9FD3-C540033BCA6E}" dt="2024-04-01T08:51:16.777" v="1923" actId="1036"/>
        <pc:sldMkLst>
          <pc:docMk/>
          <pc:sldMk cId="1447105735" sldId="2147473130"/>
        </pc:sldMkLst>
        <pc:spChg chg="mod">
          <ac:chgData name="Koli, Kritika EX1" userId="1c8c4374-6798-4ce5-81da-73202fe3f38b" providerId="ADAL" clId="{7D2111D0-4E78-4DDF-9FD3-C540033BCA6E}" dt="2024-04-01T08:51:16.777" v="1923" actId="1036"/>
          <ac:spMkLst>
            <pc:docMk/>
            <pc:sldMk cId="1447105735" sldId="2147473130"/>
            <ac:spMk id="6" creationId="{CD5651AA-6522-405C-6DCF-80A3D1C575EC}"/>
          </ac:spMkLst>
        </pc:spChg>
        <pc:spChg chg="mod">
          <ac:chgData name="Koli, Kritika EX1" userId="1c8c4374-6798-4ce5-81da-73202fe3f38b" providerId="ADAL" clId="{7D2111D0-4E78-4DDF-9FD3-C540033BCA6E}" dt="2024-04-01T08:51:16.777" v="1923" actId="1036"/>
          <ac:spMkLst>
            <pc:docMk/>
            <pc:sldMk cId="1447105735" sldId="2147473130"/>
            <ac:spMk id="9" creationId="{D3C2A25E-9EAC-EDF7-837A-05F94E324C38}"/>
          </ac:spMkLst>
        </pc:spChg>
        <pc:picChg chg="mod">
          <ac:chgData name="Koli, Kritika EX1" userId="1c8c4374-6798-4ce5-81da-73202fe3f38b" providerId="ADAL" clId="{7D2111D0-4E78-4DDF-9FD3-C540033BCA6E}" dt="2024-04-01T08:50:57.998" v="1900" actId="1076"/>
          <ac:picMkLst>
            <pc:docMk/>
            <pc:sldMk cId="1447105735" sldId="2147473130"/>
            <ac:picMk id="5" creationId="{80E38C7A-6B23-4A19-6EB2-51A8D60FD090}"/>
          </ac:picMkLst>
        </pc:picChg>
        <pc:cxnChg chg="mod">
          <ac:chgData name="Koli, Kritika EX1" userId="1c8c4374-6798-4ce5-81da-73202fe3f38b" providerId="ADAL" clId="{7D2111D0-4E78-4DDF-9FD3-C540033BCA6E}" dt="2024-04-01T08:51:16.777" v="1923" actId="1036"/>
          <ac:cxnSpMkLst>
            <pc:docMk/>
            <pc:sldMk cId="1447105735" sldId="2147473130"/>
            <ac:cxnSpMk id="7" creationId="{32FA4D05-0A64-FAE0-FCD2-7BF4E5036666}"/>
          </ac:cxnSpMkLst>
        </pc:cxnChg>
      </pc:sldChg>
      <pc:sldChg chg="modSp mod">
        <pc:chgData name="Koli, Kritika EX1" userId="1c8c4374-6798-4ce5-81da-73202fe3f38b" providerId="ADAL" clId="{7D2111D0-4E78-4DDF-9FD3-C540033BCA6E}" dt="2024-04-01T05:50:40.067" v="242" actId="207"/>
        <pc:sldMkLst>
          <pc:docMk/>
          <pc:sldMk cId="48045115" sldId="2147473131"/>
        </pc:sldMkLst>
        <pc:spChg chg="mod">
          <ac:chgData name="Koli, Kritika EX1" userId="1c8c4374-6798-4ce5-81da-73202fe3f38b" providerId="ADAL" clId="{7D2111D0-4E78-4DDF-9FD3-C540033BCA6E}" dt="2024-04-01T05:50:40.067" v="242" actId="207"/>
          <ac:spMkLst>
            <pc:docMk/>
            <pc:sldMk cId="48045115" sldId="2147473131"/>
            <ac:spMk id="2" creationId="{6352B892-6F3F-583E-4554-7ADDE331DBB4}"/>
          </ac:spMkLst>
        </pc:spChg>
      </pc:sldChg>
      <pc:sldChg chg="modSp mod">
        <pc:chgData name="Koli, Kritika EX1" userId="1c8c4374-6798-4ce5-81da-73202fe3f38b" providerId="ADAL" clId="{7D2111D0-4E78-4DDF-9FD3-C540033BCA6E}" dt="2024-04-01T05:51:04.799" v="244" actId="255"/>
        <pc:sldMkLst>
          <pc:docMk/>
          <pc:sldMk cId="2240721518" sldId="2147473132"/>
        </pc:sldMkLst>
        <pc:spChg chg="mod">
          <ac:chgData name="Koli, Kritika EX1" userId="1c8c4374-6798-4ce5-81da-73202fe3f38b" providerId="ADAL" clId="{7D2111D0-4E78-4DDF-9FD3-C540033BCA6E}" dt="2024-04-01T05:51:04.799" v="244" actId="255"/>
          <ac:spMkLst>
            <pc:docMk/>
            <pc:sldMk cId="2240721518" sldId="2147473132"/>
            <ac:spMk id="2" creationId="{4DE4F643-5F81-3A38-FEE8-8E784994E525}"/>
          </ac:spMkLst>
        </pc:spChg>
      </pc:sldChg>
      <pc:sldChg chg="modSp mod">
        <pc:chgData name="Koli, Kritika EX1" userId="1c8c4374-6798-4ce5-81da-73202fe3f38b" providerId="ADAL" clId="{7D2111D0-4E78-4DDF-9FD3-C540033BCA6E}" dt="2024-04-01T05:51:24.216" v="248" actId="255"/>
        <pc:sldMkLst>
          <pc:docMk/>
          <pc:sldMk cId="3837714678" sldId="2147473133"/>
        </pc:sldMkLst>
        <pc:spChg chg="mod">
          <ac:chgData name="Koli, Kritika EX1" userId="1c8c4374-6798-4ce5-81da-73202fe3f38b" providerId="ADAL" clId="{7D2111D0-4E78-4DDF-9FD3-C540033BCA6E}" dt="2024-04-01T05:51:24.216" v="248" actId="255"/>
          <ac:spMkLst>
            <pc:docMk/>
            <pc:sldMk cId="3837714678" sldId="2147473133"/>
            <ac:spMk id="2" creationId="{6C9E8F43-8749-4C87-80BC-38259593E5F8}"/>
          </ac:spMkLst>
        </pc:spChg>
      </pc:sldChg>
      <pc:sldChg chg="modSp mod">
        <pc:chgData name="Koli, Kritika EX1" userId="1c8c4374-6798-4ce5-81da-73202fe3f38b" providerId="ADAL" clId="{7D2111D0-4E78-4DDF-9FD3-C540033BCA6E}" dt="2024-04-01T05:51:32.504" v="250" actId="255"/>
        <pc:sldMkLst>
          <pc:docMk/>
          <pc:sldMk cId="3646783643" sldId="2147473134"/>
        </pc:sldMkLst>
        <pc:spChg chg="mod">
          <ac:chgData name="Koli, Kritika EX1" userId="1c8c4374-6798-4ce5-81da-73202fe3f38b" providerId="ADAL" clId="{7D2111D0-4E78-4DDF-9FD3-C540033BCA6E}" dt="2024-04-01T05:51:32.504" v="250" actId="255"/>
          <ac:spMkLst>
            <pc:docMk/>
            <pc:sldMk cId="3646783643" sldId="2147473134"/>
            <ac:spMk id="7" creationId="{3677C2CB-84AA-E039-15AC-45F1627791AE}"/>
          </ac:spMkLst>
        </pc:spChg>
      </pc:sldChg>
      <pc:sldChg chg="modSp mod">
        <pc:chgData name="Koli, Kritika EX1" userId="1c8c4374-6798-4ce5-81da-73202fe3f38b" providerId="ADAL" clId="{7D2111D0-4E78-4DDF-9FD3-C540033BCA6E}" dt="2024-04-01T05:51:40.645" v="252" actId="255"/>
        <pc:sldMkLst>
          <pc:docMk/>
          <pc:sldMk cId="904787359" sldId="2147473135"/>
        </pc:sldMkLst>
        <pc:spChg chg="mod">
          <ac:chgData name="Koli, Kritika EX1" userId="1c8c4374-6798-4ce5-81da-73202fe3f38b" providerId="ADAL" clId="{7D2111D0-4E78-4DDF-9FD3-C540033BCA6E}" dt="2024-04-01T05:51:40.645" v="252" actId="255"/>
          <ac:spMkLst>
            <pc:docMk/>
            <pc:sldMk cId="904787359" sldId="2147473135"/>
            <ac:spMk id="2" creationId="{51A8AE0C-DFB0-673A-2D2B-18DD0DE85AAE}"/>
          </ac:spMkLst>
        </pc:spChg>
      </pc:sldChg>
      <pc:sldChg chg="modSp mod">
        <pc:chgData name="Koli, Kritika EX1" userId="1c8c4374-6798-4ce5-81da-73202fe3f38b" providerId="ADAL" clId="{7D2111D0-4E78-4DDF-9FD3-C540033BCA6E}" dt="2024-04-01T05:51:48.922" v="254" actId="207"/>
        <pc:sldMkLst>
          <pc:docMk/>
          <pc:sldMk cId="1701239243" sldId="2147473136"/>
        </pc:sldMkLst>
        <pc:spChg chg="mod">
          <ac:chgData name="Koli, Kritika EX1" userId="1c8c4374-6798-4ce5-81da-73202fe3f38b" providerId="ADAL" clId="{7D2111D0-4E78-4DDF-9FD3-C540033BCA6E}" dt="2024-04-01T05:51:48.922" v="254" actId="207"/>
          <ac:spMkLst>
            <pc:docMk/>
            <pc:sldMk cId="1701239243" sldId="2147473136"/>
            <ac:spMk id="6" creationId="{C390BC69-654B-75CF-A7FC-578B89DB4E0E}"/>
          </ac:spMkLst>
        </pc:spChg>
      </pc:sldChg>
      <pc:sldChg chg="modSp mod">
        <pc:chgData name="Koli, Kritika EX1" userId="1c8c4374-6798-4ce5-81da-73202fe3f38b" providerId="ADAL" clId="{7D2111D0-4E78-4DDF-9FD3-C540033BCA6E}" dt="2024-04-01T05:51:56.406" v="256" actId="255"/>
        <pc:sldMkLst>
          <pc:docMk/>
          <pc:sldMk cId="750199250" sldId="2147473137"/>
        </pc:sldMkLst>
        <pc:spChg chg="mod">
          <ac:chgData name="Koli, Kritika EX1" userId="1c8c4374-6798-4ce5-81da-73202fe3f38b" providerId="ADAL" clId="{7D2111D0-4E78-4DDF-9FD3-C540033BCA6E}" dt="2024-04-01T05:51:56.406" v="256" actId="255"/>
          <ac:spMkLst>
            <pc:docMk/>
            <pc:sldMk cId="750199250" sldId="2147473137"/>
            <ac:spMk id="2" creationId="{707E6FA2-7C56-074E-68EF-8B2DDEADC13B}"/>
          </ac:spMkLst>
        </pc:spChg>
      </pc:sldChg>
      <pc:sldChg chg="modSp mod">
        <pc:chgData name="Koli, Kritika EX1" userId="1c8c4374-6798-4ce5-81da-73202fe3f38b" providerId="ADAL" clId="{7D2111D0-4E78-4DDF-9FD3-C540033BCA6E}" dt="2024-04-01T05:52:02.794" v="258" actId="255"/>
        <pc:sldMkLst>
          <pc:docMk/>
          <pc:sldMk cId="3057699673" sldId="2147473138"/>
        </pc:sldMkLst>
        <pc:spChg chg="mod">
          <ac:chgData name="Koli, Kritika EX1" userId="1c8c4374-6798-4ce5-81da-73202fe3f38b" providerId="ADAL" clId="{7D2111D0-4E78-4DDF-9FD3-C540033BCA6E}" dt="2024-04-01T05:52:02.794" v="258" actId="255"/>
          <ac:spMkLst>
            <pc:docMk/>
            <pc:sldMk cId="3057699673" sldId="2147473138"/>
            <ac:spMk id="2" creationId="{EF6D4969-EE10-0BFA-61DD-CC80DE5B5DA7}"/>
          </ac:spMkLst>
        </pc:spChg>
      </pc:sldChg>
      <pc:sldChg chg="modSp mod">
        <pc:chgData name="Koli, Kritika EX1" userId="1c8c4374-6798-4ce5-81da-73202fe3f38b" providerId="ADAL" clId="{7D2111D0-4E78-4DDF-9FD3-C540033BCA6E}" dt="2024-04-01T05:52:09.882" v="260" actId="255"/>
        <pc:sldMkLst>
          <pc:docMk/>
          <pc:sldMk cId="562930999" sldId="2147473139"/>
        </pc:sldMkLst>
        <pc:spChg chg="mod">
          <ac:chgData name="Koli, Kritika EX1" userId="1c8c4374-6798-4ce5-81da-73202fe3f38b" providerId="ADAL" clId="{7D2111D0-4E78-4DDF-9FD3-C540033BCA6E}" dt="2024-04-01T05:52:09.882" v="260" actId="255"/>
          <ac:spMkLst>
            <pc:docMk/>
            <pc:sldMk cId="562930999" sldId="2147473139"/>
            <ac:spMk id="2" creationId="{EF6D4969-EE10-0BFA-61DD-CC80DE5B5DA7}"/>
          </ac:spMkLst>
        </pc:spChg>
      </pc:sldChg>
      <pc:sldChg chg="modSp mod">
        <pc:chgData name="Koli, Kritika EX1" userId="1c8c4374-6798-4ce5-81da-73202fe3f38b" providerId="ADAL" clId="{7D2111D0-4E78-4DDF-9FD3-C540033BCA6E}" dt="2024-04-01T05:52:30.154" v="279" actId="1036"/>
        <pc:sldMkLst>
          <pc:docMk/>
          <pc:sldMk cId="2572132212" sldId="2147473141"/>
        </pc:sldMkLst>
        <pc:spChg chg="mod">
          <ac:chgData name="Koli, Kritika EX1" userId="1c8c4374-6798-4ce5-81da-73202fe3f38b" providerId="ADAL" clId="{7D2111D0-4E78-4DDF-9FD3-C540033BCA6E}" dt="2024-04-01T05:52:30.154" v="279" actId="1036"/>
          <ac:spMkLst>
            <pc:docMk/>
            <pc:sldMk cId="2572132212" sldId="2147473141"/>
            <ac:spMk id="2" creationId="{EF6D4969-EE10-0BFA-61DD-CC80DE5B5DA7}"/>
          </ac:spMkLst>
        </pc:spChg>
      </pc:sldChg>
      <pc:sldChg chg="modSp mod">
        <pc:chgData name="Koli, Kritika EX1" userId="1c8c4374-6798-4ce5-81da-73202fe3f38b" providerId="ADAL" clId="{7D2111D0-4E78-4DDF-9FD3-C540033BCA6E}" dt="2024-04-01T05:52:39.789" v="281" actId="255"/>
        <pc:sldMkLst>
          <pc:docMk/>
          <pc:sldMk cId="3200358192" sldId="2147473142"/>
        </pc:sldMkLst>
        <pc:spChg chg="mod">
          <ac:chgData name="Koli, Kritika EX1" userId="1c8c4374-6798-4ce5-81da-73202fe3f38b" providerId="ADAL" clId="{7D2111D0-4E78-4DDF-9FD3-C540033BCA6E}" dt="2024-04-01T05:52:39.789" v="281" actId="255"/>
          <ac:spMkLst>
            <pc:docMk/>
            <pc:sldMk cId="3200358192" sldId="2147473142"/>
            <ac:spMk id="6" creationId="{27571989-D9F6-A82A-32CF-4E5845DB65E0}"/>
          </ac:spMkLst>
        </pc:spChg>
      </pc:sldChg>
      <pc:sldChg chg="modSp mod">
        <pc:chgData name="Koli, Kritika EX1" userId="1c8c4374-6798-4ce5-81da-73202fe3f38b" providerId="ADAL" clId="{7D2111D0-4E78-4DDF-9FD3-C540033BCA6E}" dt="2024-04-01T05:51:14.798" v="246" actId="255"/>
        <pc:sldMkLst>
          <pc:docMk/>
          <pc:sldMk cId="2016084828" sldId="2147479265"/>
        </pc:sldMkLst>
        <pc:spChg chg="mod">
          <ac:chgData name="Koli, Kritika EX1" userId="1c8c4374-6798-4ce5-81da-73202fe3f38b" providerId="ADAL" clId="{7D2111D0-4E78-4DDF-9FD3-C540033BCA6E}" dt="2024-04-01T05:51:14.798" v="246" actId="255"/>
          <ac:spMkLst>
            <pc:docMk/>
            <pc:sldMk cId="2016084828" sldId="2147479265"/>
            <ac:spMk id="2" creationId="{4DE4F643-5F81-3A38-FEE8-8E784994E525}"/>
          </ac:spMkLst>
        </pc:spChg>
      </pc:sldChg>
      <pc:sldChg chg="modSp mod">
        <pc:chgData name="Koli, Kritika EX1" userId="1c8c4374-6798-4ce5-81da-73202fe3f38b" providerId="ADAL" clId="{7D2111D0-4E78-4DDF-9FD3-C540033BCA6E}" dt="2024-04-01T05:52:54.649" v="285" actId="14100"/>
        <pc:sldMkLst>
          <pc:docMk/>
          <pc:sldMk cId="2048448714" sldId="2147479266"/>
        </pc:sldMkLst>
        <pc:spChg chg="mod">
          <ac:chgData name="Koli, Kritika EX1" userId="1c8c4374-6798-4ce5-81da-73202fe3f38b" providerId="ADAL" clId="{7D2111D0-4E78-4DDF-9FD3-C540033BCA6E}" dt="2024-04-01T05:52:51.972" v="284" actId="1076"/>
          <ac:spMkLst>
            <pc:docMk/>
            <pc:sldMk cId="2048448714" sldId="2147479266"/>
            <ac:spMk id="6" creationId="{88665C25-4D38-9866-7E4C-7542C3E23978}"/>
          </ac:spMkLst>
        </pc:spChg>
        <pc:picChg chg="mod">
          <ac:chgData name="Koli, Kritika EX1" userId="1c8c4374-6798-4ce5-81da-73202fe3f38b" providerId="ADAL" clId="{7D2111D0-4E78-4DDF-9FD3-C540033BCA6E}" dt="2024-04-01T05:52:54.649" v="285" actId="14100"/>
          <ac:picMkLst>
            <pc:docMk/>
            <pc:sldMk cId="2048448714" sldId="2147479266"/>
            <ac:picMk id="3" creationId="{A702D9F2-001D-D122-4092-5F63BC30E18F}"/>
          </ac:picMkLst>
        </pc:picChg>
      </pc:sldChg>
      <pc:sldChg chg="modSp new mod">
        <pc:chgData name="Koli, Kritika EX1" userId="1c8c4374-6798-4ce5-81da-73202fe3f38b" providerId="ADAL" clId="{7D2111D0-4E78-4DDF-9FD3-C540033BCA6E}" dt="2024-04-01T05:50:09.134" v="240" actId="113"/>
        <pc:sldMkLst>
          <pc:docMk/>
          <pc:sldMk cId="216121552" sldId="2147479267"/>
        </pc:sldMkLst>
        <pc:spChg chg="mod">
          <ac:chgData name="Koli, Kritika EX1" userId="1c8c4374-6798-4ce5-81da-73202fe3f38b" providerId="ADAL" clId="{7D2111D0-4E78-4DDF-9FD3-C540033BCA6E}" dt="2024-04-01T05:50:09.134" v="240" actId="113"/>
          <ac:spMkLst>
            <pc:docMk/>
            <pc:sldMk cId="216121552" sldId="2147479267"/>
            <ac:spMk id="2" creationId="{B19D07DD-EF27-6EB9-FC9A-D89C86B52136}"/>
          </ac:spMkLst>
        </pc:spChg>
      </pc:sldChg>
      <pc:sldChg chg="modSp add mod">
        <pc:chgData name="Koli, Kritika EX1" userId="1c8c4374-6798-4ce5-81da-73202fe3f38b" providerId="ADAL" clId="{7D2111D0-4E78-4DDF-9FD3-C540033BCA6E}" dt="2024-04-01T10:42:35.204" v="4998" actId="1076"/>
        <pc:sldMkLst>
          <pc:docMk/>
          <pc:sldMk cId="3572237825" sldId="2147479268"/>
        </pc:sldMkLst>
        <pc:spChg chg="mod">
          <ac:chgData name="Koli, Kritika EX1" userId="1c8c4374-6798-4ce5-81da-73202fe3f38b" providerId="ADAL" clId="{7D2111D0-4E78-4DDF-9FD3-C540033BCA6E}" dt="2024-04-01T10:42:35.204" v="4998" actId="1076"/>
          <ac:spMkLst>
            <pc:docMk/>
            <pc:sldMk cId="3572237825" sldId="2147479268"/>
            <ac:spMk id="2" creationId="{B19D07DD-EF27-6EB9-FC9A-D89C86B52136}"/>
          </ac:spMkLst>
        </pc:spChg>
      </pc:sldChg>
      <pc:sldChg chg="addSp delSp modSp add del mod">
        <pc:chgData name="Koli, Kritika EX1" userId="1c8c4374-6798-4ce5-81da-73202fe3f38b" providerId="ADAL" clId="{7D2111D0-4E78-4DDF-9FD3-C540033BCA6E}" dt="2024-04-01T09:19:38.438" v="2426" actId="47"/>
        <pc:sldMkLst>
          <pc:docMk/>
          <pc:sldMk cId="1130150596" sldId="2147479269"/>
        </pc:sldMkLst>
        <pc:spChg chg="del mod">
          <ac:chgData name="Koli, Kritika EX1" userId="1c8c4374-6798-4ce5-81da-73202fe3f38b" providerId="ADAL" clId="{7D2111D0-4E78-4DDF-9FD3-C540033BCA6E}" dt="2024-04-01T06:59:23.874" v="1795" actId="478"/>
          <ac:spMkLst>
            <pc:docMk/>
            <pc:sldMk cId="1130150596" sldId="2147479269"/>
            <ac:spMk id="6" creationId="{DD66C4B1-18CB-731D-B826-70C93C27C76C}"/>
          </ac:spMkLst>
        </pc:spChg>
        <pc:spChg chg="add del mod">
          <ac:chgData name="Koli, Kritika EX1" userId="1c8c4374-6798-4ce5-81da-73202fe3f38b" providerId="ADAL" clId="{7D2111D0-4E78-4DDF-9FD3-C540033BCA6E}" dt="2024-04-01T06:35:43.354" v="773"/>
          <ac:spMkLst>
            <pc:docMk/>
            <pc:sldMk cId="1130150596" sldId="2147479269"/>
            <ac:spMk id="7" creationId="{B9374CD1-81E5-B8E1-A5E3-3CE752CC281B}"/>
          </ac:spMkLst>
        </pc:spChg>
        <pc:spChg chg="add del mod">
          <ac:chgData name="Koli, Kritika EX1" userId="1c8c4374-6798-4ce5-81da-73202fe3f38b" providerId="ADAL" clId="{7D2111D0-4E78-4DDF-9FD3-C540033BCA6E}" dt="2024-04-01T06:35:43.354" v="773"/>
          <ac:spMkLst>
            <pc:docMk/>
            <pc:sldMk cId="1130150596" sldId="2147479269"/>
            <ac:spMk id="8" creationId="{AAE59C66-9A14-B406-E017-43AB8A1EB2AF}"/>
          </ac:spMkLst>
        </pc:spChg>
        <pc:spChg chg="add mod">
          <ac:chgData name="Koli, Kritika EX1" userId="1c8c4374-6798-4ce5-81da-73202fe3f38b" providerId="ADAL" clId="{7D2111D0-4E78-4DDF-9FD3-C540033BCA6E}" dt="2024-04-01T06:37:28.101" v="869" actId="1076"/>
          <ac:spMkLst>
            <pc:docMk/>
            <pc:sldMk cId="1130150596" sldId="2147479269"/>
            <ac:spMk id="10" creationId="{E171B4E5-BD05-7102-B2A7-59112EF53E21}"/>
          </ac:spMkLst>
        </pc:spChg>
        <pc:spChg chg="add del mod">
          <ac:chgData name="Koli, Kritika EX1" userId="1c8c4374-6798-4ce5-81da-73202fe3f38b" providerId="ADAL" clId="{7D2111D0-4E78-4DDF-9FD3-C540033BCA6E}" dt="2024-04-01T06:41:53.094" v="965" actId="478"/>
          <ac:spMkLst>
            <pc:docMk/>
            <pc:sldMk cId="1130150596" sldId="2147479269"/>
            <ac:spMk id="11" creationId="{B0313478-95D3-FE93-4D21-03E393F126D8}"/>
          </ac:spMkLst>
        </pc:spChg>
        <pc:picChg chg="del">
          <ac:chgData name="Koli, Kritika EX1" userId="1c8c4374-6798-4ce5-81da-73202fe3f38b" providerId="ADAL" clId="{7D2111D0-4E78-4DDF-9FD3-C540033BCA6E}" dt="2024-04-01T05:58:16.163" v="457" actId="478"/>
          <ac:picMkLst>
            <pc:docMk/>
            <pc:sldMk cId="1130150596" sldId="2147479269"/>
            <ac:picMk id="2" creationId="{E8EC0D7B-E4E4-A151-6E48-383580AC41A9}"/>
          </ac:picMkLst>
        </pc:picChg>
        <pc:picChg chg="mod modCrop">
          <ac:chgData name="Koli, Kritika EX1" userId="1c8c4374-6798-4ce5-81da-73202fe3f38b" providerId="ADAL" clId="{7D2111D0-4E78-4DDF-9FD3-C540033BCA6E}" dt="2024-04-01T06:20:42.336" v="469" actId="14100"/>
          <ac:picMkLst>
            <pc:docMk/>
            <pc:sldMk cId="1130150596" sldId="2147479269"/>
            <ac:picMk id="3" creationId="{3B15CC6D-F924-427E-7126-4AD7B2603C86}"/>
          </ac:picMkLst>
        </pc:picChg>
        <pc:picChg chg="mod">
          <ac:chgData name="Koli, Kritika EX1" userId="1c8c4374-6798-4ce5-81da-73202fe3f38b" providerId="ADAL" clId="{7D2111D0-4E78-4DDF-9FD3-C540033BCA6E}" dt="2024-04-01T07:05:56.995" v="1874" actId="1035"/>
          <ac:picMkLst>
            <pc:docMk/>
            <pc:sldMk cId="1130150596" sldId="2147479269"/>
            <ac:picMk id="4" creationId="{4C75D896-856D-F328-FB30-23536AC5061F}"/>
          </ac:picMkLst>
        </pc:picChg>
        <pc:picChg chg="add del mod">
          <ac:chgData name="Koli, Kritika EX1" userId="1c8c4374-6798-4ce5-81da-73202fe3f38b" providerId="ADAL" clId="{7D2111D0-4E78-4DDF-9FD3-C540033BCA6E}" dt="2024-04-01T06:35:43.354" v="773"/>
          <ac:picMkLst>
            <pc:docMk/>
            <pc:sldMk cId="1130150596" sldId="2147479269"/>
            <ac:picMk id="5" creationId="{D98763BD-1135-214B-5A86-D0B04B94352A}"/>
          </ac:picMkLst>
        </pc:picChg>
        <pc:cxnChg chg="add del mod">
          <ac:chgData name="Koli, Kritika EX1" userId="1c8c4374-6798-4ce5-81da-73202fe3f38b" providerId="ADAL" clId="{7D2111D0-4E78-4DDF-9FD3-C540033BCA6E}" dt="2024-04-01T06:35:43.354" v="773"/>
          <ac:cxnSpMkLst>
            <pc:docMk/>
            <pc:sldMk cId="1130150596" sldId="2147479269"/>
            <ac:cxnSpMk id="9" creationId="{D4B9660F-C7C6-1C87-6009-BBB88666442C}"/>
          </ac:cxnSpMkLst>
        </pc:cxnChg>
        <pc:cxnChg chg="add mod">
          <ac:chgData name="Koli, Kritika EX1" userId="1c8c4374-6798-4ce5-81da-73202fe3f38b" providerId="ADAL" clId="{7D2111D0-4E78-4DDF-9FD3-C540033BCA6E}" dt="2024-04-01T06:36:31.369" v="801" actId="1076"/>
          <ac:cxnSpMkLst>
            <pc:docMk/>
            <pc:sldMk cId="1130150596" sldId="2147479269"/>
            <ac:cxnSpMk id="12" creationId="{D230CE74-2D0D-A333-2EDD-8168E069531E}"/>
          </ac:cxnSpMkLst>
        </pc:cxnChg>
      </pc:sldChg>
      <pc:sldChg chg="addSp delSp modSp add mod">
        <pc:chgData name="Koli, Kritika EX1" userId="1c8c4374-6798-4ce5-81da-73202fe3f38b" providerId="ADAL" clId="{7D2111D0-4E78-4DDF-9FD3-C540033BCA6E}" dt="2024-04-01T06:39:52.478" v="949" actId="1076"/>
        <pc:sldMkLst>
          <pc:docMk/>
          <pc:sldMk cId="3778526585" sldId="2147479270"/>
        </pc:sldMkLst>
        <pc:spChg chg="del">
          <ac:chgData name="Koli, Kritika EX1" userId="1c8c4374-6798-4ce5-81da-73202fe3f38b" providerId="ADAL" clId="{7D2111D0-4E78-4DDF-9FD3-C540033BCA6E}" dt="2024-04-01T06:21:10.272" v="478" actId="478"/>
          <ac:spMkLst>
            <pc:docMk/>
            <pc:sldMk cId="3778526585" sldId="2147479270"/>
            <ac:spMk id="5" creationId="{17E34A98-7B7E-0AF4-8E21-6DEFE944CAE2}"/>
          </ac:spMkLst>
        </pc:spChg>
        <pc:spChg chg="add mod">
          <ac:chgData name="Koli, Kritika EX1" userId="1c8c4374-6798-4ce5-81da-73202fe3f38b" providerId="ADAL" clId="{7D2111D0-4E78-4DDF-9FD3-C540033BCA6E}" dt="2024-04-01T06:39:52.478" v="949" actId="1076"/>
          <ac:spMkLst>
            <pc:docMk/>
            <pc:sldMk cId="3778526585" sldId="2147479270"/>
            <ac:spMk id="7" creationId="{7D2956D1-D917-D15A-7F82-3D428F8947B3}"/>
          </ac:spMkLst>
        </pc:spChg>
        <pc:spChg chg="add mod">
          <ac:chgData name="Koli, Kritika EX1" userId="1c8c4374-6798-4ce5-81da-73202fe3f38b" providerId="ADAL" clId="{7D2111D0-4E78-4DDF-9FD3-C540033BCA6E}" dt="2024-04-01T06:39:19.358" v="948" actId="1038"/>
          <ac:spMkLst>
            <pc:docMk/>
            <pc:sldMk cId="3778526585" sldId="2147479270"/>
            <ac:spMk id="8" creationId="{88F7B066-19C6-FDE4-5FF0-81485F13B168}"/>
          </ac:spMkLst>
        </pc:spChg>
        <pc:picChg chg="mod">
          <ac:chgData name="Koli, Kritika EX1" userId="1c8c4374-6798-4ce5-81da-73202fe3f38b" providerId="ADAL" clId="{7D2111D0-4E78-4DDF-9FD3-C540033BCA6E}" dt="2024-04-01T06:24:33.861" v="499" actId="14100"/>
          <ac:picMkLst>
            <pc:docMk/>
            <pc:sldMk cId="3778526585" sldId="2147479270"/>
            <ac:picMk id="2" creationId="{6DB1670F-C880-C408-15F1-E4FAFAFE3A3B}"/>
          </ac:picMkLst>
        </pc:picChg>
        <pc:picChg chg="add del">
          <ac:chgData name="Koli, Kritika EX1" userId="1c8c4374-6798-4ce5-81da-73202fe3f38b" providerId="ADAL" clId="{7D2111D0-4E78-4DDF-9FD3-C540033BCA6E}" dt="2024-04-01T06:23:17.007" v="480" actId="21"/>
          <ac:picMkLst>
            <pc:docMk/>
            <pc:sldMk cId="3778526585" sldId="2147479270"/>
            <ac:picMk id="3" creationId="{8C8E3327-02C5-2A74-A061-207A17F7B763}"/>
          </ac:picMkLst>
        </pc:picChg>
        <pc:picChg chg="del">
          <ac:chgData name="Koli, Kritika EX1" userId="1c8c4374-6798-4ce5-81da-73202fe3f38b" providerId="ADAL" clId="{7D2111D0-4E78-4DDF-9FD3-C540033BCA6E}" dt="2024-04-01T06:23:41.960" v="488" actId="478"/>
          <ac:picMkLst>
            <pc:docMk/>
            <pc:sldMk cId="3778526585" sldId="2147479270"/>
            <ac:picMk id="4" creationId="{17459D61-4C08-69C2-8C8A-D09934FFA8CF}"/>
          </ac:picMkLst>
        </pc:picChg>
        <pc:picChg chg="add mod modCrop">
          <ac:chgData name="Koli, Kritika EX1" userId="1c8c4374-6798-4ce5-81da-73202fe3f38b" providerId="ADAL" clId="{7D2111D0-4E78-4DDF-9FD3-C540033BCA6E}" dt="2024-04-01T06:38:04.115" v="872" actId="1076"/>
          <ac:picMkLst>
            <pc:docMk/>
            <pc:sldMk cId="3778526585" sldId="2147479270"/>
            <ac:picMk id="6" creationId="{2D5B3DC3-A97A-569D-6A89-2A082E69FB26}"/>
          </ac:picMkLst>
        </pc:picChg>
        <pc:cxnChg chg="add mod">
          <ac:chgData name="Koli, Kritika EX1" userId="1c8c4374-6798-4ce5-81da-73202fe3f38b" providerId="ADAL" clId="{7D2111D0-4E78-4DDF-9FD3-C540033BCA6E}" dt="2024-04-01T06:39:16.351" v="941" actId="1076"/>
          <ac:cxnSpMkLst>
            <pc:docMk/>
            <pc:sldMk cId="3778526585" sldId="2147479270"/>
            <ac:cxnSpMk id="9" creationId="{24A2506F-7398-5EEF-5AFA-A64CCEC2108D}"/>
          </ac:cxnSpMkLst>
        </pc:cxnChg>
      </pc:sldChg>
      <pc:sldChg chg="addSp delSp modSp add mod">
        <pc:chgData name="Koli, Kritika EX1" userId="1c8c4374-6798-4ce5-81da-73202fe3f38b" providerId="ADAL" clId="{7D2111D0-4E78-4DDF-9FD3-C540033BCA6E}" dt="2024-04-01T10:51:25.667" v="5024" actId="1035"/>
        <pc:sldMkLst>
          <pc:docMk/>
          <pc:sldMk cId="3970359239" sldId="2147479271"/>
        </pc:sldMkLst>
        <pc:spChg chg="del">
          <ac:chgData name="Koli, Kritika EX1" userId="1c8c4374-6798-4ce5-81da-73202fe3f38b" providerId="ADAL" clId="{7D2111D0-4E78-4DDF-9FD3-C540033BCA6E}" dt="2024-04-01T06:25:41.150" v="527" actId="478"/>
          <ac:spMkLst>
            <pc:docMk/>
            <pc:sldMk cId="3970359239" sldId="2147479271"/>
            <ac:spMk id="4" creationId="{A9C585D7-D086-245F-B904-10C24A2A7F50}"/>
          </ac:spMkLst>
        </pc:spChg>
        <pc:spChg chg="add mod">
          <ac:chgData name="Koli, Kritika EX1" userId="1c8c4374-6798-4ce5-81da-73202fe3f38b" providerId="ADAL" clId="{7D2111D0-4E78-4DDF-9FD3-C540033BCA6E}" dt="2024-04-01T06:40:13.003" v="956" actId="1035"/>
          <ac:spMkLst>
            <pc:docMk/>
            <pc:sldMk cId="3970359239" sldId="2147479271"/>
            <ac:spMk id="5" creationId="{C4067901-B30C-3356-5E59-3D4B33556863}"/>
          </ac:spMkLst>
        </pc:spChg>
        <pc:spChg chg="add mod">
          <ac:chgData name="Koli, Kritika EX1" userId="1c8c4374-6798-4ce5-81da-73202fe3f38b" providerId="ADAL" clId="{7D2111D0-4E78-4DDF-9FD3-C540033BCA6E}" dt="2024-04-01T10:51:25.667" v="5024" actId="1035"/>
          <ac:spMkLst>
            <pc:docMk/>
            <pc:sldMk cId="3970359239" sldId="2147479271"/>
            <ac:spMk id="6" creationId="{5714EBE6-4721-1C22-FB08-154117C92007}"/>
          </ac:spMkLst>
        </pc:spChg>
        <pc:picChg chg="del">
          <ac:chgData name="Koli, Kritika EX1" userId="1c8c4374-6798-4ce5-81da-73202fe3f38b" providerId="ADAL" clId="{7D2111D0-4E78-4DDF-9FD3-C540033BCA6E}" dt="2024-04-01T06:25:28.119" v="522" actId="478"/>
          <ac:picMkLst>
            <pc:docMk/>
            <pc:sldMk cId="3970359239" sldId="2147479271"/>
            <ac:picMk id="2" creationId="{19667596-2FEA-16E6-F063-2EB1228A89FF}"/>
          </ac:picMkLst>
        </pc:picChg>
        <pc:picChg chg="mod">
          <ac:chgData name="Koli, Kritika EX1" userId="1c8c4374-6798-4ce5-81da-73202fe3f38b" providerId="ADAL" clId="{7D2111D0-4E78-4DDF-9FD3-C540033BCA6E}" dt="2024-04-01T06:25:47.535" v="540" actId="14100"/>
          <ac:picMkLst>
            <pc:docMk/>
            <pc:sldMk cId="3970359239" sldId="2147479271"/>
            <ac:picMk id="3" creationId="{5702B0FF-B8B3-9D43-A874-A2C5AA8D6116}"/>
          </ac:picMkLst>
        </pc:picChg>
      </pc:sldChg>
      <pc:sldChg chg="add del">
        <pc:chgData name="Koli, Kritika EX1" userId="1c8c4374-6798-4ce5-81da-73202fe3f38b" providerId="ADAL" clId="{7D2111D0-4E78-4DDF-9FD3-C540033BCA6E}" dt="2024-04-01T10:37:02.208" v="4883" actId="47"/>
        <pc:sldMkLst>
          <pc:docMk/>
          <pc:sldMk cId="134499033" sldId="2147479272"/>
        </pc:sldMkLst>
      </pc:sldChg>
      <pc:sldChg chg="addSp delSp modSp new del mod">
        <pc:chgData name="Koli, Kritika EX1" userId="1c8c4374-6798-4ce5-81da-73202fe3f38b" providerId="ADAL" clId="{7D2111D0-4E78-4DDF-9FD3-C540033BCA6E}" dt="2024-04-01T06:25:49.893" v="541" actId="47"/>
        <pc:sldMkLst>
          <pc:docMk/>
          <pc:sldMk cId="486299146" sldId="2147479273"/>
        </pc:sldMkLst>
        <pc:picChg chg="add del mod">
          <ac:chgData name="Koli, Kritika EX1" userId="1c8c4374-6798-4ce5-81da-73202fe3f38b" providerId="ADAL" clId="{7D2111D0-4E78-4DDF-9FD3-C540033BCA6E}" dt="2024-04-01T06:24:10.070" v="492" actId="21"/>
          <ac:picMkLst>
            <pc:docMk/>
            <pc:sldMk cId="486299146" sldId="2147479273"/>
            <ac:picMk id="2" creationId="{A942AC4F-ADD9-E173-9F6D-8433C301AD29}"/>
          </ac:picMkLst>
        </pc:picChg>
      </pc:sldChg>
      <pc:sldChg chg="addSp modSp new del mod">
        <pc:chgData name="Koli, Kritika EX1" userId="1c8c4374-6798-4ce5-81da-73202fe3f38b" providerId="ADAL" clId="{7D2111D0-4E78-4DDF-9FD3-C540033BCA6E}" dt="2024-04-01T06:28:20.248" v="591" actId="47"/>
        <pc:sldMkLst>
          <pc:docMk/>
          <pc:sldMk cId="932537646" sldId="2147479273"/>
        </pc:sldMkLst>
        <pc:spChg chg="add mod">
          <ac:chgData name="Koli, Kritika EX1" userId="1c8c4374-6798-4ce5-81da-73202fe3f38b" providerId="ADAL" clId="{7D2111D0-4E78-4DDF-9FD3-C540033BCA6E}" dt="2024-04-01T06:27:43.296" v="579" actId="207"/>
          <ac:spMkLst>
            <pc:docMk/>
            <pc:sldMk cId="932537646" sldId="2147479273"/>
            <ac:spMk id="2" creationId="{92FBEC01-25B3-14A0-104E-C787BA67BB1A}"/>
          </ac:spMkLst>
        </pc:spChg>
      </pc:sldChg>
      <pc:sldChg chg="addSp modSp new del mod addCm">
        <pc:chgData name="Koli, Kritika EX1" userId="1c8c4374-6798-4ce5-81da-73202fe3f38b" providerId="ADAL" clId="{7D2111D0-4E78-4DDF-9FD3-C540033BCA6E}" dt="2024-04-01T09:29:09.593" v="2505" actId="47"/>
        <pc:sldMkLst>
          <pc:docMk/>
          <pc:sldMk cId="3778584792" sldId="2147479273"/>
        </pc:sldMkLst>
        <pc:picChg chg="add mod">
          <ac:chgData name="Koli, Kritika EX1" userId="1c8c4374-6798-4ce5-81da-73202fe3f38b" providerId="ADAL" clId="{7D2111D0-4E78-4DDF-9FD3-C540033BCA6E}" dt="2024-04-01T06:44:17.259" v="1013" actId="14100"/>
          <ac:picMkLst>
            <pc:docMk/>
            <pc:sldMk cId="3778584792" sldId="2147479273"/>
            <ac:picMk id="2" creationId="{1B408D12-E6D0-F4D0-870C-B8D1962C0760}"/>
          </ac:picMkLst>
        </pc:picChg>
        <pc:picChg chg="add mod">
          <ac:chgData name="Koli, Kritika EX1" userId="1c8c4374-6798-4ce5-81da-73202fe3f38b" providerId="ADAL" clId="{7D2111D0-4E78-4DDF-9FD3-C540033BCA6E}" dt="2024-04-01T06:49:22.406" v="1156" actId="1076"/>
          <ac:picMkLst>
            <pc:docMk/>
            <pc:sldMk cId="3778584792" sldId="2147479273"/>
            <ac:picMk id="3" creationId="{5246ABF3-7FC0-801C-3DE6-F01C09C7D8D7}"/>
          </ac:picMkLst>
        </pc:picChg>
      </pc:sldChg>
      <pc:sldChg chg="add">
        <pc:chgData name="Koli, Kritika EX1" userId="1c8c4374-6798-4ce5-81da-73202fe3f38b" providerId="ADAL" clId="{7D2111D0-4E78-4DDF-9FD3-C540033BCA6E}" dt="2024-04-01T06:51:04.313" v="1268"/>
        <pc:sldMkLst>
          <pc:docMk/>
          <pc:sldMk cId="410187116" sldId="2147479274"/>
        </pc:sldMkLst>
      </pc:sldChg>
      <pc:sldChg chg="addSp modSp add">
        <pc:chgData name="Koli, Kritika EX1" userId="1c8c4374-6798-4ce5-81da-73202fe3f38b" providerId="ADAL" clId="{7D2111D0-4E78-4DDF-9FD3-C540033BCA6E}" dt="2024-04-01T10:15:29.310" v="4226"/>
        <pc:sldMkLst>
          <pc:docMk/>
          <pc:sldMk cId="4008871629" sldId="2147479275"/>
        </pc:sldMkLst>
        <pc:picChg chg="add mod">
          <ac:chgData name="Koli, Kritika EX1" userId="1c8c4374-6798-4ce5-81da-73202fe3f38b" providerId="ADAL" clId="{7D2111D0-4E78-4DDF-9FD3-C540033BCA6E}" dt="2024-04-01T10:15:29.310" v="4226"/>
          <ac:picMkLst>
            <pc:docMk/>
            <pc:sldMk cId="4008871629" sldId="2147479275"/>
            <ac:picMk id="2" creationId="{12847837-98D4-E841-1B23-94D2BC9F564A}"/>
          </ac:picMkLst>
        </pc:picChg>
      </pc:sldChg>
      <pc:sldChg chg="new del">
        <pc:chgData name="Koli, Kritika EX1" userId="1c8c4374-6798-4ce5-81da-73202fe3f38b" providerId="ADAL" clId="{7D2111D0-4E78-4DDF-9FD3-C540033BCA6E}" dt="2024-04-01T09:20:47.720" v="2442" actId="47"/>
        <pc:sldMkLst>
          <pc:docMk/>
          <pc:sldMk cId="778079641" sldId="2147479276"/>
        </pc:sldMkLst>
      </pc:sldChg>
      <pc:sldChg chg="new del">
        <pc:chgData name="Koli, Kritika EX1" userId="1c8c4374-6798-4ce5-81da-73202fe3f38b" providerId="ADAL" clId="{7D2111D0-4E78-4DDF-9FD3-C540033BCA6E}" dt="2024-04-01T09:20:48.510" v="2443" actId="47"/>
        <pc:sldMkLst>
          <pc:docMk/>
          <pc:sldMk cId="350872300" sldId="2147479277"/>
        </pc:sldMkLst>
      </pc:sldChg>
      <pc:sldChg chg="addSp modSp new mod">
        <pc:chgData name="Koli, Kritika EX1" userId="1c8c4374-6798-4ce5-81da-73202fe3f38b" providerId="ADAL" clId="{7D2111D0-4E78-4DDF-9FD3-C540033BCA6E}" dt="2024-04-01T10:42:06.354" v="4992" actId="14100"/>
        <pc:sldMkLst>
          <pc:docMk/>
          <pc:sldMk cId="1571458837" sldId="2147479278"/>
        </pc:sldMkLst>
        <pc:spChg chg="add mod">
          <ac:chgData name="Koli, Kritika EX1" userId="1c8c4374-6798-4ce5-81da-73202fe3f38b" providerId="ADAL" clId="{7D2111D0-4E78-4DDF-9FD3-C540033BCA6E}" dt="2024-04-01T08:58:23.409" v="1942" actId="1076"/>
          <ac:spMkLst>
            <pc:docMk/>
            <pc:sldMk cId="1571458837" sldId="2147479278"/>
            <ac:spMk id="3" creationId="{D50984B4-783B-CD1E-E0E8-D22578534C58}"/>
          </ac:spMkLst>
        </pc:spChg>
        <pc:spChg chg="add mod">
          <ac:chgData name="Koli, Kritika EX1" userId="1c8c4374-6798-4ce5-81da-73202fe3f38b" providerId="ADAL" clId="{7D2111D0-4E78-4DDF-9FD3-C540033BCA6E}" dt="2024-04-01T08:58:30.691" v="1943"/>
          <ac:spMkLst>
            <pc:docMk/>
            <pc:sldMk cId="1571458837" sldId="2147479278"/>
            <ac:spMk id="4" creationId="{E95A871F-036A-1361-443C-C0164A35FB82}"/>
          </ac:spMkLst>
        </pc:spChg>
        <pc:spChg chg="add mod">
          <ac:chgData name="Koli, Kritika EX1" userId="1c8c4374-6798-4ce5-81da-73202fe3f38b" providerId="ADAL" clId="{7D2111D0-4E78-4DDF-9FD3-C540033BCA6E}" dt="2024-04-01T10:41:45.012" v="4972" actId="1076"/>
          <ac:spMkLst>
            <pc:docMk/>
            <pc:sldMk cId="1571458837" sldId="2147479278"/>
            <ac:spMk id="5" creationId="{65A98897-790F-87F7-02C7-AE4F393B1BA4}"/>
          </ac:spMkLst>
        </pc:spChg>
        <pc:picChg chg="add mod">
          <ac:chgData name="Koli, Kritika EX1" userId="1c8c4374-6798-4ce5-81da-73202fe3f38b" providerId="ADAL" clId="{7D2111D0-4E78-4DDF-9FD3-C540033BCA6E}" dt="2024-04-01T08:58:51.354" v="1946" actId="1076"/>
          <ac:picMkLst>
            <pc:docMk/>
            <pc:sldMk cId="1571458837" sldId="2147479278"/>
            <ac:picMk id="2" creationId="{26554878-949B-BF2F-58AF-0BB854C80F83}"/>
          </ac:picMkLst>
        </pc:picChg>
        <pc:cxnChg chg="add mod">
          <ac:chgData name="Koli, Kritika EX1" userId="1c8c4374-6798-4ce5-81da-73202fe3f38b" providerId="ADAL" clId="{7D2111D0-4E78-4DDF-9FD3-C540033BCA6E}" dt="2024-04-01T10:42:06.354" v="4992" actId="14100"/>
          <ac:cxnSpMkLst>
            <pc:docMk/>
            <pc:sldMk cId="1571458837" sldId="2147479278"/>
            <ac:cxnSpMk id="6" creationId="{CE0C5D08-EAE2-E5CE-B19C-0E78471838E4}"/>
          </ac:cxnSpMkLst>
        </pc:cxnChg>
        <pc:cxnChg chg="add mod">
          <ac:chgData name="Koli, Kritika EX1" userId="1c8c4374-6798-4ce5-81da-73202fe3f38b" providerId="ADAL" clId="{7D2111D0-4E78-4DDF-9FD3-C540033BCA6E}" dt="2024-04-01T10:41:53.327" v="4977" actId="1035"/>
          <ac:cxnSpMkLst>
            <pc:docMk/>
            <pc:sldMk cId="1571458837" sldId="2147479278"/>
            <ac:cxnSpMk id="8" creationId="{08AF57B7-9B1E-F919-73DC-AF461F2969CD}"/>
          </ac:cxnSpMkLst>
        </pc:cxnChg>
      </pc:sldChg>
      <pc:sldChg chg="addSp modSp new del mod">
        <pc:chgData name="Koli, Kritika EX1" userId="1c8c4374-6798-4ce5-81da-73202fe3f38b" providerId="ADAL" clId="{7D2111D0-4E78-4DDF-9FD3-C540033BCA6E}" dt="2024-04-01T09:06:53.319" v="2134" actId="47"/>
        <pc:sldMkLst>
          <pc:docMk/>
          <pc:sldMk cId="2532713008" sldId="2147479279"/>
        </pc:sldMkLst>
        <pc:picChg chg="add mod modCrop">
          <ac:chgData name="Koli, Kritika EX1" userId="1c8c4374-6798-4ce5-81da-73202fe3f38b" providerId="ADAL" clId="{7D2111D0-4E78-4DDF-9FD3-C540033BCA6E}" dt="2024-04-01T09:02:29.865" v="2005" actId="14100"/>
          <ac:picMkLst>
            <pc:docMk/>
            <pc:sldMk cId="2532713008" sldId="2147479279"/>
            <ac:picMk id="2" creationId="{FF596DD7-0A8C-2F65-B645-84326FD13315}"/>
          </ac:picMkLst>
        </pc:picChg>
        <pc:picChg chg="add mod modCrop">
          <ac:chgData name="Koli, Kritika EX1" userId="1c8c4374-6798-4ce5-81da-73202fe3f38b" providerId="ADAL" clId="{7D2111D0-4E78-4DDF-9FD3-C540033BCA6E}" dt="2024-04-01T09:02:55.656" v="2017" actId="1076"/>
          <ac:picMkLst>
            <pc:docMk/>
            <pc:sldMk cId="2532713008" sldId="2147479279"/>
            <ac:picMk id="3" creationId="{45DDA1D9-FC6C-15FA-AF49-3185758575DF}"/>
          </ac:picMkLst>
        </pc:picChg>
      </pc:sldChg>
      <pc:sldChg chg="addSp delSp modSp new del mod">
        <pc:chgData name="Koli, Kritika EX1" userId="1c8c4374-6798-4ce5-81da-73202fe3f38b" providerId="ADAL" clId="{7D2111D0-4E78-4DDF-9FD3-C540033BCA6E}" dt="2024-04-01T09:15:50.381" v="2368" actId="47"/>
        <pc:sldMkLst>
          <pc:docMk/>
          <pc:sldMk cId="206990862" sldId="2147479280"/>
        </pc:sldMkLst>
        <pc:spChg chg="add mod">
          <ac:chgData name="Koli, Kritika EX1" userId="1c8c4374-6798-4ce5-81da-73202fe3f38b" providerId="ADAL" clId="{7D2111D0-4E78-4DDF-9FD3-C540033BCA6E}" dt="2024-04-01T09:03:57.369" v="2050"/>
          <ac:spMkLst>
            <pc:docMk/>
            <pc:sldMk cId="206990862" sldId="2147479280"/>
            <ac:spMk id="2" creationId="{3E1C34A6-A98D-6E91-5E00-CA1027B4E4EF}"/>
          </ac:spMkLst>
        </pc:spChg>
        <pc:spChg chg="add mod">
          <ac:chgData name="Koli, Kritika EX1" userId="1c8c4374-6798-4ce5-81da-73202fe3f38b" providerId="ADAL" clId="{7D2111D0-4E78-4DDF-9FD3-C540033BCA6E}" dt="2024-04-01T09:07:27.405" v="2145" actId="1037"/>
          <ac:spMkLst>
            <pc:docMk/>
            <pc:sldMk cId="206990862" sldId="2147479280"/>
            <ac:spMk id="5" creationId="{5F4BC6B2-C481-8BD7-A2BD-70FDB94130BD}"/>
          </ac:spMkLst>
        </pc:spChg>
        <pc:spChg chg="add mod">
          <ac:chgData name="Koli, Kritika EX1" userId="1c8c4374-6798-4ce5-81da-73202fe3f38b" providerId="ADAL" clId="{7D2111D0-4E78-4DDF-9FD3-C540033BCA6E}" dt="2024-04-01T09:11:35.663" v="2199" actId="20577"/>
          <ac:spMkLst>
            <pc:docMk/>
            <pc:sldMk cId="206990862" sldId="2147479280"/>
            <ac:spMk id="6" creationId="{9793AD95-56D0-7307-AD14-187EEC23F8CC}"/>
          </ac:spMkLst>
        </pc:spChg>
        <pc:spChg chg="add mod">
          <ac:chgData name="Koli, Kritika EX1" userId="1c8c4374-6798-4ce5-81da-73202fe3f38b" providerId="ADAL" clId="{7D2111D0-4E78-4DDF-9FD3-C540033BCA6E}" dt="2024-04-01T09:05:49.954" v="2122" actId="14100"/>
          <ac:spMkLst>
            <pc:docMk/>
            <pc:sldMk cId="206990862" sldId="2147479280"/>
            <ac:spMk id="8" creationId="{AC9DAF59-C41B-C8E0-06A9-E40427299AF1}"/>
          </ac:spMkLst>
        </pc:spChg>
        <pc:spChg chg="add mod">
          <ac:chgData name="Koli, Kritika EX1" userId="1c8c4374-6798-4ce5-81da-73202fe3f38b" providerId="ADAL" clId="{7D2111D0-4E78-4DDF-9FD3-C540033BCA6E}" dt="2024-04-01T09:05:37.688" v="2119" actId="1036"/>
          <ac:spMkLst>
            <pc:docMk/>
            <pc:sldMk cId="206990862" sldId="2147479280"/>
            <ac:spMk id="9" creationId="{945B4214-3DCD-BFA1-1BFA-F72CA417F260}"/>
          </ac:spMkLst>
        </pc:spChg>
        <pc:picChg chg="add mod">
          <ac:chgData name="Koli, Kritika EX1" userId="1c8c4374-6798-4ce5-81da-73202fe3f38b" providerId="ADAL" clId="{7D2111D0-4E78-4DDF-9FD3-C540033BCA6E}" dt="2024-04-01T09:03:57.369" v="2050"/>
          <ac:picMkLst>
            <pc:docMk/>
            <pc:sldMk cId="206990862" sldId="2147479280"/>
            <ac:picMk id="3" creationId="{19EFAD73-9A13-0CD8-BD17-C071C8CC4B9D}"/>
          </ac:picMkLst>
        </pc:picChg>
        <pc:picChg chg="add mod modCrop">
          <ac:chgData name="Koli, Kritika EX1" userId="1c8c4374-6798-4ce5-81da-73202fe3f38b" providerId="ADAL" clId="{7D2111D0-4E78-4DDF-9FD3-C540033BCA6E}" dt="2024-04-01T09:10:19.133" v="2183" actId="14100"/>
          <ac:picMkLst>
            <pc:docMk/>
            <pc:sldMk cId="206990862" sldId="2147479280"/>
            <ac:picMk id="4" creationId="{BA5DE849-1B70-265F-9045-7029FADA8D51}"/>
          </ac:picMkLst>
        </pc:picChg>
        <pc:picChg chg="add mod">
          <ac:chgData name="Koli, Kritika EX1" userId="1c8c4374-6798-4ce5-81da-73202fe3f38b" providerId="ADAL" clId="{7D2111D0-4E78-4DDF-9FD3-C540033BCA6E}" dt="2024-04-01T09:06:47.266" v="2133" actId="1035"/>
          <ac:picMkLst>
            <pc:docMk/>
            <pc:sldMk cId="206990862" sldId="2147479280"/>
            <ac:picMk id="10" creationId="{2D0F620B-BA40-5A9D-0D58-541D209ACE6C}"/>
          </ac:picMkLst>
        </pc:picChg>
        <pc:picChg chg="add mod">
          <ac:chgData name="Koli, Kritika EX1" userId="1c8c4374-6798-4ce5-81da-73202fe3f38b" providerId="ADAL" clId="{7D2111D0-4E78-4DDF-9FD3-C540033BCA6E}" dt="2024-04-01T09:08:24.823" v="2161" actId="1036"/>
          <ac:picMkLst>
            <pc:docMk/>
            <pc:sldMk cId="206990862" sldId="2147479280"/>
            <ac:picMk id="11" creationId="{8EECE0C0-6093-8F37-8963-8B5D6AE9293A}"/>
          </ac:picMkLst>
        </pc:picChg>
        <pc:cxnChg chg="add del mod">
          <ac:chgData name="Koli, Kritika EX1" userId="1c8c4374-6798-4ce5-81da-73202fe3f38b" providerId="ADAL" clId="{7D2111D0-4E78-4DDF-9FD3-C540033BCA6E}" dt="2024-04-01T09:08:09.300" v="2156" actId="478"/>
          <ac:cxnSpMkLst>
            <pc:docMk/>
            <pc:sldMk cId="206990862" sldId="2147479280"/>
            <ac:cxnSpMk id="7" creationId="{2302B76E-D6B4-8388-E977-A5B2E5940E7C}"/>
          </ac:cxnSpMkLst>
        </pc:cxnChg>
      </pc:sldChg>
      <pc:sldChg chg="addSp delSp modSp new mod">
        <pc:chgData name="Koli, Kritika EX1" userId="1c8c4374-6798-4ce5-81da-73202fe3f38b" providerId="ADAL" clId="{7D2111D0-4E78-4DDF-9FD3-C540033BCA6E}" dt="2024-04-01T09:15:37.962" v="2367" actId="478"/>
        <pc:sldMkLst>
          <pc:docMk/>
          <pc:sldMk cId="331370536" sldId="2147479281"/>
        </pc:sldMkLst>
        <pc:spChg chg="add mod">
          <ac:chgData name="Koli, Kritika EX1" userId="1c8c4374-6798-4ce5-81da-73202fe3f38b" providerId="ADAL" clId="{7D2111D0-4E78-4DDF-9FD3-C540033BCA6E}" dt="2024-04-01T09:14:57.716" v="2360" actId="20577"/>
          <ac:spMkLst>
            <pc:docMk/>
            <pc:sldMk cId="331370536" sldId="2147479281"/>
            <ac:spMk id="3" creationId="{814B9599-60A4-A026-0933-9D024C3B9AC2}"/>
          </ac:spMkLst>
        </pc:spChg>
        <pc:spChg chg="add mod">
          <ac:chgData name="Koli, Kritika EX1" userId="1c8c4374-6798-4ce5-81da-73202fe3f38b" providerId="ADAL" clId="{7D2111D0-4E78-4DDF-9FD3-C540033BCA6E}" dt="2024-04-01T09:14:44.492" v="2350" actId="1036"/>
          <ac:spMkLst>
            <pc:docMk/>
            <pc:sldMk cId="331370536" sldId="2147479281"/>
            <ac:spMk id="5" creationId="{C68F289F-BFC0-D37E-0311-13D54926C7EC}"/>
          </ac:spMkLst>
        </pc:spChg>
        <pc:spChg chg="add mod">
          <ac:chgData name="Koli, Kritika EX1" userId="1c8c4374-6798-4ce5-81da-73202fe3f38b" providerId="ADAL" clId="{7D2111D0-4E78-4DDF-9FD3-C540033BCA6E}" dt="2024-04-01T09:14:44.492" v="2350" actId="1036"/>
          <ac:spMkLst>
            <pc:docMk/>
            <pc:sldMk cId="331370536" sldId="2147479281"/>
            <ac:spMk id="6" creationId="{BEE047D4-F474-1196-861A-841F3E0CCC72}"/>
          </ac:spMkLst>
        </pc:spChg>
        <pc:spChg chg="add mod">
          <ac:chgData name="Koli, Kritika EX1" userId="1c8c4374-6798-4ce5-81da-73202fe3f38b" providerId="ADAL" clId="{7D2111D0-4E78-4DDF-9FD3-C540033BCA6E}" dt="2024-04-01T09:14:11.438" v="2320" actId="1035"/>
          <ac:spMkLst>
            <pc:docMk/>
            <pc:sldMk cId="331370536" sldId="2147479281"/>
            <ac:spMk id="8" creationId="{F6CA4948-C529-5B82-924B-1863FF524954}"/>
          </ac:spMkLst>
        </pc:spChg>
        <pc:spChg chg="add del mod">
          <ac:chgData name="Koli, Kritika EX1" userId="1c8c4374-6798-4ce5-81da-73202fe3f38b" providerId="ADAL" clId="{7D2111D0-4E78-4DDF-9FD3-C540033BCA6E}" dt="2024-04-01T09:14:30.299" v="2326" actId="478"/>
          <ac:spMkLst>
            <pc:docMk/>
            <pc:sldMk cId="331370536" sldId="2147479281"/>
            <ac:spMk id="9" creationId="{C5C70BEF-97B7-EB86-29E8-1E133ECC1F63}"/>
          </ac:spMkLst>
        </pc:spChg>
        <pc:spChg chg="add mod">
          <ac:chgData name="Koli, Kritika EX1" userId="1c8c4374-6798-4ce5-81da-73202fe3f38b" providerId="ADAL" clId="{7D2111D0-4E78-4DDF-9FD3-C540033BCA6E}" dt="2024-04-01T09:15:24.801" v="2364" actId="14100"/>
          <ac:spMkLst>
            <pc:docMk/>
            <pc:sldMk cId="331370536" sldId="2147479281"/>
            <ac:spMk id="11" creationId="{242C2D30-A04B-5AF2-B7A2-F9453362CA97}"/>
          </ac:spMkLst>
        </pc:spChg>
        <pc:spChg chg="add del mod">
          <ac:chgData name="Koli, Kritika EX1" userId="1c8c4374-6798-4ce5-81da-73202fe3f38b" providerId="ADAL" clId="{7D2111D0-4E78-4DDF-9FD3-C540033BCA6E}" dt="2024-04-01T09:15:37.962" v="2367" actId="478"/>
          <ac:spMkLst>
            <pc:docMk/>
            <pc:sldMk cId="331370536" sldId="2147479281"/>
            <ac:spMk id="12" creationId="{B97B9900-4597-BDB6-F3DF-644D9C2E12BB}"/>
          </ac:spMkLst>
        </pc:spChg>
        <pc:picChg chg="add mod modCrop">
          <ac:chgData name="Koli, Kritika EX1" userId="1c8c4374-6798-4ce5-81da-73202fe3f38b" providerId="ADAL" clId="{7D2111D0-4E78-4DDF-9FD3-C540033BCA6E}" dt="2024-04-01T09:12:55.660" v="2213" actId="14100"/>
          <ac:picMkLst>
            <pc:docMk/>
            <pc:sldMk cId="331370536" sldId="2147479281"/>
            <ac:picMk id="2" creationId="{1724CFCD-4809-5D46-A302-5B54558001E4}"/>
          </ac:picMkLst>
        </pc:picChg>
        <pc:picChg chg="add mod">
          <ac:chgData name="Koli, Kritika EX1" userId="1c8c4374-6798-4ce5-81da-73202fe3f38b" providerId="ADAL" clId="{7D2111D0-4E78-4DDF-9FD3-C540033BCA6E}" dt="2024-04-01T09:14:44.492" v="2350" actId="1036"/>
          <ac:picMkLst>
            <pc:docMk/>
            <pc:sldMk cId="331370536" sldId="2147479281"/>
            <ac:picMk id="4" creationId="{D8612B4D-524C-C509-38DD-C1001B94686D}"/>
          </ac:picMkLst>
        </pc:picChg>
        <pc:picChg chg="add mod">
          <ac:chgData name="Koli, Kritika EX1" userId="1c8c4374-6798-4ce5-81da-73202fe3f38b" providerId="ADAL" clId="{7D2111D0-4E78-4DDF-9FD3-C540033BCA6E}" dt="2024-04-01T09:14:44.492" v="2350" actId="1036"/>
          <ac:picMkLst>
            <pc:docMk/>
            <pc:sldMk cId="331370536" sldId="2147479281"/>
            <ac:picMk id="7" creationId="{223DA92A-F04E-317F-0F4A-7C4EF6E021B7}"/>
          </ac:picMkLst>
        </pc:picChg>
        <pc:picChg chg="add mod">
          <ac:chgData name="Koli, Kritika EX1" userId="1c8c4374-6798-4ce5-81da-73202fe3f38b" providerId="ADAL" clId="{7D2111D0-4E78-4DDF-9FD3-C540033BCA6E}" dt="2024-04-01T09:14:27.912" v="2325" actId="1076"/>
          <ac:picMkLst>
            <pc:docMk/>
            <pc:sldMk cId="331370536" sldId="2147479281"/>
            <ac:picMk id="10" creationId="{82F60DDE-9783-9D09-4FC8-688446900BC3}"/>
          </ac:picMkLst>
        </pc:picChg>
      </pc:sldChg>
      <pc:sldChg chg="addSp modSp new mod">
        <pc:chgData name="Koli, Kritika EX1" userId="1c8c4374-6798-4ce5-81da-73202fe3f38b" providerId="ADAL" clId="{7D2111D0-4E78-4DDF-9FD3-C540033BCA6E}" dt="2024-04-01T09:20:23.112" v="2441" actId="14100"/>
        <pc:sldMkLst>
          <pc:docMk/>
          <pc:sldMk cId="1963747875" sldId="2147479282"/>
        </pc:sldMkLst>
        <pc:spChg chg="add mod">
          <ac:chgData name="Koli, Kritika EX1" userId="1c8c4374-6798-4ce5-81da-73202fe3f38b" providerId="ADAL" clId="{7D2111D0-4E78-4DDF-9FD3-C540033BCA6E}" dt="2024-04-01T09:19:17.421" v="2425" actId="1076"/>
          <ac:spMkLst>
            <pc:docMk/>
            <pc:sldMk cId="1963747875" sldId="2147479282"/>
            <ac:spMk id="3" creationId="{A87E5FE9-ACEA-476B-C387-5B821F3F60D0}"/>
          </ac:spMkLst>
        </pc:spChg>
        <pc:spChg chg="add mod">
          <ac:chgData name="Koli, Kritika EX1" userId="1c8c4374-6798-4ce5-81da-73202fe3f38b" providerId="ADAL" clId="{7D2111D0-4E78-4DDF-9FD3-C540033BCA6E}" dt="2024-04-01T09:18:19.199" v="2399" actId="14100"/>
          <ac:spMkLst>
            <pc:docMk/>
            <pc:sldMk cId="1963747875" sldId="2147479282"/>
            <ac:spMk id="4" creationId="{D6A8DE95-6E1D-2C7A-FD2F-CFF7B74C65CB}"/>
          </ac:spMkLst>
        </pc:spChg>
        <pc:spChg chg="add mod">
          <ac:chgData name="Koli, Kritika EX1" userId="1c8c4374-6798-4ce5-81da-73202fe3f38b" providerId="ADAL" clId="{7D2111D0-4E78-4DDF-9FD3-C540033BCA6E}" dt="2024-04-01T09:20:23.112" v="2441" actId="14100"/>
          <ac:spMkLst>
            <pc:docMk/>
            <pc:sldMk cId="1963747875" sldId="2147479282"/>
            <ac:spMk id="7" creationId="{7703F523-256B-D703-F1B9-4CA3FE76C5B9}"/>
          </ac:spMkLst>
        </pc:spChg>
        <pc:spChg chg="add mod">
          <ac:chgData name="Koli, Kritika EX1" userId="1c8c4374-6798-4ce5-81da-73202fe3f38b" providerId="ADAL" clId="{7D2111D0-4E78-4DDF-9FD3-C540033BCA6E}" dt="2024-04-01T09:20:11.441" v="2432" actId="14100"/>
          <ac:spMkLst>
            <pc:docMk/>
            <pc:sldMk cId="1963747875" sldId="2147479282"/>
            <ac:spMk id="8" creationId="{6DA8CB0A-1E22-DBD9-B191-DA1BE363450B}"/>
          </ac:spMkLst>
        </pc:spChg>
        <pc:picChg chg="add mod modCrop">
          <ac:chgData name="Koli, Kritika EX1" userId="1c8c4374-6798-4ce5-81da-73202fe3f38b" providerId="ADAL" clId="{7D2111D0-4E78-4DDF-9FD3-C540033BCA6E}" dt="2024-04-01T09:20:12.918" v="2433" actId="1076"/>
          <ac:picMkLst>
            <pc:docMk/>
            <pc:sldMk cId="1963747875" sldId="2147479282"/>
            <ac:picMk id="2" creationId="{2DCEE57F-D350-7259-B0C8-387F817E2E10}"/>
          </ac:picMkLst>
        </pc:picChg>
        <pc:cxnChg chg="add mod">
          <ac:chgData name="Koli, Kritika EX1" userId="1c8c4374-6798-4ce5-81da-73202fe3f38b" providerId="ADAL" clId="{7D2111D0-4E78-4DDF-9FD3-C540033BCA6E}" dt="2024-04-01T09:18:27.978" v="2420" actId="1038"/>
          <ac:cxnSpMkLst>
            <pc:docMk/>
            <pc:sldMk cId="1963747875" sldId="2147479282"/>
            <ac:cxnSpMk id="5" creationId="{E186B448-DBE5-27EA-4703-CE2823ADE4A4}"/>
          </ac:cxnSpMkLst>
        </pc:cxnChg>
      </pc:sldChg>
      <pc:sldChg chg="addSp modSp new del mod ord">
        <pc:chgData name="Koli, Kritika EX1" userId="1c8c4374-6798-4ce5-81da-73202fe3f38b" providerId="ADAL" clId="{7D2111D0-4E78-4DDF-9FD3-C540033BCA6E}" dt="2024-04-01T09:28:25.348" v="2497" actId="47"/>
        <pc:sldMkLst>
          <pc:docMk/>
          <pc:sldMk cId="264367710" sldId="2147479283"/>
        </pc:sldMkLst>
        <pc:spChg chg="add mod">
          <ac:chgData name="Koli, Kritika EX1" userId="1c8c4374-6798-4ce5-81da-73202fe3f38b" providerId="ADAL" clId="{7D2111D0-4E78-4DDF-9FD3-C540033BCA6E}" dt="2024-04-01T09:28:11.449" v="2488" actId="1076"/>
          <ac:spMkLst>
            <pc:docMk/>
            <pc:sldMk cId="264367710" sldId="2147479283"/>
            <ac:spMk id="3" creationId="{D5F15FA6-2AC2-3494-1763-5618D0FC613B}"/>
          </ac:spMkLst>
        </pc:spChg>
        <pc:picChg chg="add mod">
          <ac:chgData name="Koli, Kritika EX1" userId="1c8c4374-6798-4ce5-81da-73202fe3f38b" providerId="ADAL" clId="{7D2111D0-4E78-4DDF-9FD3-C540033BCA6E}" dt="2024-04-01T09:28:07.377" v="2487" actId="1076"/>
          <ac:picMkLst>
            <pc:docMk/>
            <pc:sldMk cId="264367710" sldId="2147479283"/>
            <ac:picMk id="2" creationId="{28A1342A-0C03-0524-8217-FD7984C2CB9B}"/>
          </ac:picMkLst>
        </pc:picChg>
      </pc:sldChg>
      <pc:sldChg chg="new del">
        <pc:chgData name="Koli, Kritika EX1" userId="1c8c4374-6798-4ce5-81da-73202fe3f38b" providerId="ADAL" clId="{7D2111D0-4E78-4DDF-9FD3-C540033BCA6E}" dt="2024-04-01T09:23:02.508" v="2462" actId="47"/>
        <pc:sldMkLst>
          <pc:docMk/>
          <pc:sldMk cId="3181681303" sldId="2147479283"/>
        </pc:sldMkLst>
      </pc:sldChg>
      <pc:sldChg chg="addSp modSp new mod">
        <pc:chgData name="Koli, Kritika EX1" userId="1c8c4374-6798-4ce5-81da-73202fe3f38b" providerId="ADAL" clId="{7D2111D0-4E78-4DDF-9FD3-C540033BCA6E}" dt="2024-04-01T09:32:48.156" v="2584" actId="14100"/>
        <pc:sldMkLst>
          <pc:docMk/>
          <pc:sldMk cId="1076096972" sldId="2147479284"/>
        </pc:sldMkLst>
        <pc:spChg chg="add mod">
          <ac:chgData name="Koli, Kritika EX1" userId="1c8c4374-6798-4ce5-81da-73202fe3f38b" providerId="ADAL" clId="{7D2111D0-4E78-4DDF-9FD3-C540033BCA6E}" dt="2024-04-01T09:32:48.156" v="2584" actId="14100"/>
          <ac:spMkLst>
            <pc:docMk/>
            <pc:sldMk cId="1076096972" sldId="2147479284"/>
            <ac:spMk id="3" creationId="{5B7823B0-45F8-670D-A45A-648768A8B934}"/>
          </ac:spMkLst>
        </pc:spChg>
        <pc:spChg chg="add mod">
          <ac:chgData name="Koli, Kritika EX1" userId="1c8c4374-6798-4ce5-81da-73202fe3f38b" providerId="ADAL" clId="{7D2111D0-4E78-4DDF-9FD3-C540033BCA6E}" dt="2024-04-01T09:28:52.978" v="2504" actId="1038"/>
          <ac:spMkLst>
            <pc:docMk/>
            <pc:sldMk cId="1076096972" sldId="2147479284"/>
            <ac:spMk id="4" creationId="{24E3495D-4F8B-1243-B3F1-715F27E521DB}"/>
          </ac:spMkLst>
        </pc:spChg>
        <pc:picChg chg="add mod">
          <ac:chgData name="Koli, Kritika EX1" userId="1c8c4374-6798-4ce5-81da-73202fe3f38b" providerId="ADAL" clId="{7D2111D0-4E78-4DDF-9FD3-C540033BCA6E}" dt="2024-04-01T09:32:45.745" v="2583" actId="1076"/>
          <ac:picMkLst>
            <pc:docMk/>
            <pc:sldMk cId="1076096972" sldId="2147479284"/>
            <ac:picMk id="2" creationId="{E2F8E989-5439-26B7-7255-63BDEBEA8517}"/>
          </ac:picMkLst>
        </pc:picChg>
      </pc:sldChg>
      <pc:sldChg chg="new del">
        <pc:chgData name="Koli, Kritika EX1" userId="1c8c4374-6798-4ce5-81da-73202fe3f38b" providerId="ADAL" clId="{7D2111D0-4E78-4DDF-9FD3-C540033BCA6E}" dt="2024-04-01T09:27:00.994" v="2479" actId="47"/>
        <pc:sldMkLst>
          <pc:docMk/>
          <pc:sldMk cId="2496034909" sldId="2147479284"/>
        </pc:sldMkLst>
      </pc:sldChg>
      <pc:sldChg chg="addSp delSp modSp new mod">
        <pc:chgData name="Koli, Kritika EX1" userId="1c8c4374-6798-4ce5-81da-73202fe3f38b" providerId="ADAL" clId="{7D2111D0-4E78-4DDF-9FD3-C540033BCA6E}" dt="2024-04-01T09:44:52.933" v="2977" actId="1076"/>
        <pc:sldMkLst>
          <pc:docMk/>
          <pc:sldMk cId="1813445017" sldId="2147479285"/>
        </pc:sldMkLst>
        <pc:spChg chg="add mod">
          <ac:chgData name="Koli, Kritika EX1" userId="1c8c4374-6798-4ce5-81da-73202fe3f38b" providerId="ADAL" clId="{7D2111D0-4E78-4DDF-9FD3-C540033BCA6E}" dt="2024-04-01T09:36:39.235" v="2649" actId="1036"/>
          <ac:spMkLst>
            <pc:docMk/>
            <pc:sldMk cId="1813445017" sldId="2147479285"/>
            <ac:spMk id="5" creationId="{71ECA002-C2F3-C039-D875-A03395CE8119}"/>
          </ac:spMkLst>
        </pc:spChg>
        <pc:spChg chg="add mod">
          <ac:chgData name="Koli, Kritika EX1" userId="1c8c4374-6798-4ce5-81da-73202fe3f38b" providerId="ADAL" clId="{7D2111D0-4E78-4DDF-9FD3-C540033BCA6E}" dt="2024-04-01T09:38:59.312" v="2713" actId="1076"/>
          <ac:spMkLst>
            <pc:docMk/>
            <pc:sldMk cId="1813445017" sldId="2147479285"/>
            <ac:spMk id="6" creationId="{D7C433A6-C2BE-1B70-01FC-18276F2B0EF9}"/>
          </ac:spMkLst>
        </pc:spChg>
        <pc:spChg chg="add mod">
          <ac:chgData name="Koli, Kritika EX1" userId="1c8c4374-6798-4ce5-81da-73202fe3f38b" providerId="ADAL" clId="{7D2111D0-4E78-4DDF-9FD3-C540033BCA6E}" dt="2024-04-01T09:38:55.524" v="2712" actId="14100"/>
          <ac:spMkLst>
            <pc:docMk/>
            <pc:sldMk cId="1813445017" sldId="2147479285"/>
            <ac:spMk id="9" creationId="{9EEE7C54-A954-CB4B-C2E3-185F574A9167}"/>
          </ac:spMkLst>
        </pc:spChg>
        <pc:spChg chg="add del mod">
          <ac:chgData name="Koli, Kritika EX1" userId="1c8c4374-6798-4ce5-81da-73202fe3f38b" providerId="ADAL" clId="{7D2111D0-4E78-4DDF-9FD3-C540033BCA6E}" dt="2024-04-01T09:44:29.239" v="2974" actId="478"/>
          <ac:spMkLst>
            <pc:docMk/>
            <pc:sldMk cId="1813445017" sldId="2147479285"/>
            <ac:spMk id="10" creationId="{DD3018B4-8825-5874-E0BF-1E922B8D41C0}"/>
          </ac:spMkLst>
        </pc:spChg>
        <pc:spChg chg="add mod">
          <ac:chgData name="Koli, Kritika EX1" userId="1c8c4374-6798-4ce5-81da-73202fe3f38b" providerId="ADAL" clId="{7D2111D0-4E78-4DDF-9FD3-C540033BCA6E}" dt="2024-04-01T09:41:35.001" v="2852" actId="1035"/>
          <ac:spMkLst>
            <pc:docMk/>
            <pc:sldMk cId="1813445017" sldId="2147479285"/>
            <ac:spMk id="13" creationId="{3E8C9DE9-9156-DC93-A371-BB109C7CA014}"/>
          </ac:spMkLst>
        </pc:spChg>
        <pc:spChg chg="add mod">
          <ac:chgData name="Koli, Kritika EX1" userId="1c8c4374-6798-4ce5-81da-73202fe3f38b" providerId="ADAL" clId="{7D2111D0-4E78-4DDF-9FD3-C540033BCA6E}" dt="2024-04-01T09:43:53.954" v="2973" actId="14100"/>
          <ac:spMkLst>
            <pc:docMk/>
            <pc:sldMk cId="1813445017" sldId="2147479285"/>
            <ac:spMk id="15" creationId="{47836C41-F908-1667-32AB-C856CA87A8F2}"/>
          </ac:spMkLst>
        </pc:spChg>
        <pc:spChg chg="add mod">
          <ac:chgData name="Koli, Kritika EX1" userId="1c8c4374-6798-4ce5-81da-73202fe3f38b" providerId="ADAL" clId="{7D2111D0-4E78-4DDF-9FD3-C540033BCA6E}" dt="2024-04-01T09:42:26.986" v="2865" actId="14100"/>
          <ac:spMkLst>
            <pc:docMk/>
            <pc:sldMk cId="1813445017" sldId="2147479285"/>
            <ac:spMk id="16" creationId="{5A5F013D-15BD-EE77-9D82-6E5C43E7EECF}"/>
          </ac:spMkLst>
        </pc:spChg>
        <pc:picChg chg="add del mod">
          <ac:chgData name="Koli, Kritika EX1" userId="1c8c4374-6798-4ce5-81da-73202fe3f38b" providerId="ADAL" clId="{7D2111D0-4E78-4DDF-9FD3-C540033BCA6E}" dt="2024-04-01T09:34:46.039" v="2602" actId="21"/>
          <ac:picMkLst>
            <pc:docMk/>
            <pc:sldMk cId="1813445017" sldId="2147479285"/>
            <ac:picMk id="2" creationId="{A3E02A39-723C-F965-B2E0-A98DCAC9AB4E}"/>
          </ac:picMkLst>
        </pc:picChg>
        <pc:picChg chg="add mod modCrop">
          <ac:chgData name="Koli, Kritika EX1" userId="1c8c4374-6798-4ce5-81da-73202fe3f38b" providerId="ADAL" clId="{7D2111D0-4E78-4DDF-9FD3-C540033BCA6E}" dt="2024-04-01T09:41:28.736" v="2846" actId="1076"/>
          <ac:picMkLst>
            <pc:docMk/>
            <pc:sldMk cId="1813445017" sldId="2147479285"/>
            <ac:picMk id="3" creationId="{10E04CF5-4EB2-47A2-CD59-DA5A5144A1CE}"/>
          </ac:picMkLst>
        </pc:picChg>
        <pc:picChg chg="add mod">
          <ac:chgData name="Koli, Kritika EX1" userId="1c8c4374-6798-4ce5-81da-73202fe3f38b" providerId="ADAL" clId="{7D2111D0-4E78-4DDF-9FD3-C540033BCA6E}" dt="2024-04-01T09:36:15.478" v="2637" actId="14100"/>
          <ac:picMkLst>
            <pc:docMk/>
            <pc:sldMk cId="1813445017" sldId="2147479285"/>
            <ac:picMk id="4" creationId="{58BF36D0-9E22-96BC-58AA-6369B719F3CD}"/>
          </ac:picMkLst>
        </pc:picChg>
        <pc:picChg chg="add mod">
          <ac:chgData name="Koli, Kritika EX1" userId="1c8c4374-6798-4ce5-81da-73202fe3f38b" providerId="ADAL" clId="{7D2111D0-4E78-4DDF-9FD3-C540033BCA6E}" dt="2024-04-01T09:41:38.576" v="2857" actId="1038"/>
          <ac:picMkLst>
            <pc:docMk/>
            <pc:sldMk cId="1813445017" sldId="2147479285"/>
            <ac:picMk id="14" creationId="{4D8906A8-2DC1-AF2D-6D0F-24CD36FCC5D3}"/>
          </ac:picMkLst>
        </pc:picChg>
        <pc:picChg chg="add mod">
          <ac:chgData name="Koli, Kritika EX1" userId="1c8c4374-6798-4ce5-81da-73202fe3f38b" providerId="ADAL" clId="{7D2111D0-4E78-4DDF-9FD3-C540033BCA6E}" dt="2024-04-01T09:44:52.933" v="2977" actId="1076"/>
          <ac:picMkLst>
            <pc:docMk/>
            <pc:sldMk cId="1813445017" sldId="2147479285"/>
            <ac:picMk id="20" creationId="{39F15CF2-358F-1716-5908-DE36E38B510E}"/>
          </ac:picMkLst>
        </pc:picChg>
        <pc:cxnChg chg="add mod">
          <ac:chgData name="Koli, Kritika EX1" userId="1c8c4374-6798-4ce5-81da-73202fe3f38b" providerId="ADAL" clId="{7D2111D0-4E78-4DDF-9FD3-C540033BCA6E}" dt="2024-04-01T09:37:58.140" v="2708" actId="1036"/>
          <ac:cxnSpMkLst>
            <pc:docMk/>
            <pc:sldMk cId="1813445017" sldId="2147479285"/>
            <ac:cxnSpMk id="7" creationId="{10DAA670-0DBD-93B4-854B-F22BED846406}"/>
          </ac:cxnSpMkLst>
        </pc:cxnChg>
        <pc:cxnChg chg="add del mod">
          <ac:chgData name="Koli, Kritika EX1" userId="1c8c4374-6798-4ce5-81da-73202fe3f38b" providerId="ADAL" clId="{7D2111D0-4E78-4DDF-9FD3-C540033BCA6E}" dt="2024-04-01T09:44:31.306" v="2975" actId="478"/>
          <ac:cxnSpMkLst>
            <pc:docMk/>
            <pc:sldMk cId="1813445017" sldId="2147479285"/>
            <ac:cxnSpMk id="11" creationId="{D3B67D4A-7700-7FA1-0519-B9C7584D989C}"/>
          </ac:cxnSpMkLst>
        </pc:cxnChg>
        <pc:cxnChg chg="add mod">
          <ac:chgData name="Koli, Kritika EX1" userId="1c8c4374-6798-4ce5-81da-73202fe3f38b" providerId="ADAL" clId="{7D2111D0-4E78-4DDF-9FD3-C540033BCA6E}" dt="2024-04-01T09:43:20.218" v="2923" actId="14100"/>
          <ac:cxnSpMkLst>
            <pc:docMk/>
            <pc:sldMk cId="1813445017" sldId="2147479285"/>
            <ac:cxnSpMk id="17" creationId="{D3777D9E-6A4C-08C1-5C40-9429EC480D06}"/>
          </ac:cxnSpMkLst>
        </pc:cxnChg>
      </pc:sldChg>
      <pc:sldChg chg="addSp delSp modSp add mod">
        <pc:chgData name="Koli, Kritika EX1" userId="1c8c4374-6798-4ce5-81da-73202fe3f38b" providerId="ADAL" clId="{7D2111D0-4E78-4DDF-9FD3-C540033BCA6E}" dt="2024-04-01T10:02:24.248" v="3398"/>
        <pc:sldMkLst>
          <pc:docMk/>
          <pc:sldMk cId="948951104" sldId="2147479286"/>
        </pc:sldMkLst>
        <pc:spChg chg="del">
          <ac:chgData name="Koli, Kritika EX1" userId="1c8c4374-6798-4ce5-81da-73202fe3f38b" providerId="ADAL" clId="{7D2111D0-4E78-4DDF-9FD3-C540033BCA6E}" dt="2024-04-01T10:02:23.894" v="3397" actId="478"/>
          <ac:spMkLst>
            <pc:docMk/>
            <pc:sldMk cId="948951104" sldId="2147479286"/>
            <ac:spMk id="4" creationId="{1167EF1A-FDAF-E7D0-A0CC-8667152917E7}"/>
          </ac:spMkLst>
        </pc:spChg>
        <pc:spChg chg="add mod">
          <ac:chgData name="Koli, Kritika EX1" userId="1c8c4374-6798-4ce5-81da-73202fe3f38b" providerId="ADAL" clId="{7D2111D0-4E78-4DDF-9FD3-C540033BCA6E}" dt="2024-04-01T10:02:24.248" v="3398"/>
          <ac:spMkLst>
            <pc:docMk/>
            <pc:sldMk cId="948951104" sldId="2147479286"/>
            <ac:spMk id="5" creationId="{92A10A98-0344-9703-6871-E8AFABC6BC3C}"/>
          </ac:spMkLst>
        </pc:spChg>
        <pc:spChg chg="mod">
          <ac:chgData name="Koli, Kritika EX1" userId="1c8c4374-6798-4ce5-81da-73202fe3f38b" providerId="ADAL" clId="{7D2111D0-4E78-4DDF-9FD3-C540033BCA6E}" dt="2024-04-01T10:02:10.729" v="3395" actId="14100"/>
          <ac:spMkLst>
            <pc:docMk/>
            <pc:sldMk cId="948951104" sldId="2147479286"/>
            <ac:spMk id="7" creationId="{8A8DD687-E15F-D892-05BA-6676517F0F89}"/>
          </ac:spMkLst>
        </pc:spChg>
        <pc:picChg chg="mod">
          <ac:chgData name="Koli, Kritika EX1" userId="1c8c4374-6798-4ce5-81da-73202fe3f38b" providerId="ADAL" clId="{7D2111D0-4E78-4DDF-9FD3-C540033BCA6E}" dt="2024-04-01T10:02:13.733" v="3396" actId="1076"/>
          <ac:picMkLst>
            <pc:docMk/>
            <pc:sldMk cId="948951104" sldId="2147479286"/>
            <ac:picMk id="8" creationId="{96079D6D-06FC-672B-69A9-9E308764FF40}"/>
          </ac:picMkLst>
        </pc:picChg>
      </pc:sldChg>
      <pc:sldChg chg="addSp modSp new mod">
        <pc:chgData name="Koli, Kritika EX1" userId="1c8c4374-6798-4ce5-81da-73202fe3f38b" providerId="ADAL" clId="{7D2111D0-4E78-4DDF-9FD3-C540033BCA6E}" dt="2024-04-01T10:09:45.736" v="4096" actId="1035"/>
        <pc:sldMkLst>
          <pc:docMk/>
          <pc:sldMk cId="3135924263" sldId="2147479287"/>
        </pc:sldMkLst>
        <pc:spChg chg="add mod">
          <ac:chgData name="Koli, Kritika EX1" userId="1c8c4374-6798-4ce5-81da-73202fe3f38b" providerId="ADAL" clId="{7D2111D0-4E78-4DDF-9FD3-C540033BCA6E}" dt="2024-04-01T10:04:59.523" v="3643" actId="1036"/>
          <ac:spMkLst>
            <pc:docMk/>
            <pc:sldMk cId="3135924263" sldId="2147479287"/>
            <ac:spMk id="3" creationId="{5A8F0BAD-8356-15E5-5811-4C9FCB9A8320}"/>
          </ac:spMkLst>
        </pc:spChg>
        <pc:spChg chg="add mod">
          <ac:chgData name="Koli, Kritika EX1" userId="1c8c4374-6798-4ce5-81da-73202fe3f38b" providerId="ADAL" clId="{7D2111D0-4E78-4DDF-9FD3-C540033BCA6E}" dt="2024-04-01T10:05:23.704" v="3656" actId="14100"/>
          <ac:spMkLst>
            <pc:docMk/>
            <pc:sldMk cId="3135924263" sldId="2147479287"/>
            <ac:spMk id="5" creationId="{41DBC91A-CEED-111B-BCA8-0DA29BF0F238}"/>
          </ac:spMkLst>
        </pc:spChg>
        <pc:spChg chg="add mod">
          <ac:chgData name="Koli, Kritika EX1" userId="1c8c4374-6798-4ce5-81da-73202fe3f38b" providerId="ADAL" clId="{7D2111D0-4E78-4DDF-9FD3-C540033BCA6E}" dt="2024-04-01T10:07:43.773" v="4002" actId="1036"/>
          <ac:spMkLst>
            <pc:docMk/>
            <pc:sldMk cId="3135924263" sldId="2147479287"/>
            <ac:spMk id="6" creationId="{EE4A12EB-32D5-2D0E-AC87-143D7C0D2231}"/>
          </ac:spMkLst>
        </pc:spChg>
        <pc:spChg chg="add mod">
          <ac:chgData name="Koli, Kritika EX1" userId="1c8c4374-6798-4ce5-81da-73202fe3f38b" providerId="ADAL" clId="{7D2111D0-4E78-4DDF-9FD3-C540033BCA6E}" dt="2024-04-01T10:08:40.576" v="4054" actId="1038"/>
          <ac:spMkLst>
            <pc:docMk/>
            <pc:sldMk cId="3135924263" sldId="2147479287"/>
            <ac:spMk id="13" creationId="{2435B636-9DAE-A164-D2A4-01A9BC939A42}"/>
          </ac:spMkLst>
        </pc:spChg>
        <pc:spChg chg="add mod">
          <ac:chgData name="Koli, Kritika EX1" userId="1c8c4374-6798-4ce5-81da-73202fe3f38b" providerId="ADAL" clId="{7D2111D0-4E78-4DDF-9FD3-C540033BCA6E}" dt="2024-04-01T10:09:45.736" v="4096" actId="1035"/>
          <ac:spMkLst>
            <pc:docMk/>
            <pc:sldMk cId="3135924263" sldId="2147479287"/>
            <ac:spMk id="15" creationId="{24BE2AED-C673-372B-EB39-46114DCC9E78}"/>
          </ac:spMkLst>
        </pc:spChg>
        <pc:picChg chg="add mod">
          <ac:chgData name="Koli, Kritika EX1" userId="1c8c4374-6798-4ce5-81da-73202fe3f38b" providerId="ADAL" clId="{7D2111D0-4E78-4DDF-9FD3-C540033BCA6E}" dt="2024-04-01T10:07:49.649" v="4004" actId="1076"/>
          <ac:picMkLst>
            <pc:docMk/>
            <pc:sldMk cId="3135924263" sldId="2147479287"/>
            <ac:picMk id="2" creationId="{5A909EAC-D69B-6439-073A-DAD1A5E24DAE}"/>
          </ac:picMkLst>
        </pc:picChg>
        <pc:picChg chg="add mod">
          <ac:chgData name="Koli, Kritika EX1" userId="1c8c4374-6798-4ce5-81da-73202fe3f38b" providerId="ADAL" clId="{7D2111D0-4E78-4DDF-9FD3-C540033BCA6E}" dt="2024-04-01T10:08:47.731" v="4055" actId="1076"/>
          <ac:picMkLst>
            <pc:docMk/>
            <pc:sldMk cId="3135924263" sldId="2147479287"/>
            <ac:picMk id="4" creationId="{54DC6E54-8A9B-7FB6-B91D-292B80120AD4}"/>
          </ac:picMkLst>
        </pc:picChg>
        <pc:picChg chg="add mod">
          <ac:chgData name="Koli, Kritika EX1" userId="1c8c4374-6798-4ce5-81da-73202fe3f38b" providerId="ADAL" clId="{7D2111D0-4E78-4DDF-9FD3-C540033BCA6E}" dt="2024-04-01T10:08:54.123" v="4064" actId="1035"/>
          <ac:picMkLst>
            <pc:docMk/>
            <pc:sldMk cId="3135924263" sldId="2147479287"/>
            <ac:picMk id="14" creationId="{289C7CA6-4DBB-E159-1C31-2063C7DC93B3}"/>
          </ac:picMkLst>
        </pc:picChg>
        <pc:cxnChg chg="add mod">
          <ac:chgData name="Koli, Kritika EX1" userId="1c8c4374-6798-4ce5-81da-73202fe3f38b" providerId="ADAL" clId="{7D2111D0-4E78-4DDF-9FD3-C540033BCA6E}" dt="2024-04-01T10:07:56.024" v="4048" actId="1038"/>
          <ac:cxnSpMkLst>
            <pc:docMk/>
            <pc:sldMk cId="3135924263" sldId="2147479287"/>
            <ac:cxnSpMk id="7" creationId="{ADC135B7-53A0-AAFA-440B-D87413A7279E}"/>
          </ac:cxnSpMkLst>
        </pc:cxnChg>
        <pc:cxnChg chg="add mod">
          <ac:chgData name="Koli, Kritika EX1" userId="1c8c4374-6798-4ce5-81da-73202fe3f38b" providerId="ADAL" clId="{7D2111D0-4E78-4DDF-9FD3-C540033BCA6E}" dt="2024-04-01T10:07:35.010" v="3981" actId="14100"/>
          <ac:cxnSpMkLst>
            <pc:docMk/>
            <pc:sldMk cId="3135924263" sldId="2147479287"/>
            <ac:cxnSpMk id="9" creationId="{33D04B49-9AB3-8DCF-3250-E9AF1353C883}"/>
          </ac:cxnSpMkLst>
        </pc:cxnChg>
      </pc:sldChg>
      <pc:sldChg chg="addSp modSp new mod">
        <pc:chgData name="Koli, Kritika EX1" userId="1c8c4374-6798-4ce5-81da-73202fe3f38b" providerId="ADAL" clId="{7D2111D0-4E78-4DDF-9FD3-C540033BCA6E}" dt="2024-04-01T10:17:25.161" v="4316" actId="1038"/>
        <pc:sldMkLst>
          <pc:docMk/>
          <pc:sldMk cId="1432745550" sldId="2147479288"/>
        </pc:sldMkLst>
        <pc:spChg chg="add mod">
          <ac:chgData name="Koli, Kritika EX1" userId="1c8c4374-6798-4ce5-81da-73202fe3f38b" providerId="ADAL" clId="{7D2111D0-4E78-4DDF-9FD3-C540033BCA6E}" dt="2024-04-01T10:17:25.161" v="4316" actId="1038"/>
          <ac:spMkLst>
            <pc:docMk/>
            <pc:sldMk cId="1432745550" sldId="2147479288"/>
            <ac:spMk id="3" creationId="{CAD801A8-FF23-0AE8-D9B5-C28569064FC8}"/>
          </ac:spMkLst>
        </pc:spChg>
        <pc:picChg chg="add mod modCrop">
          <ac:chgData name="Koli, Kritika EX1" userId="1c8c4374-6798-4ce5-81da-73202fe3f38b" providerId="ADAL" clId="{7D2111D0-4E78-4DDF-9FD3-C540033BCA6E}" dt="2024-04-01T10:16:24.114" v="4241" actId="14100"/>
          <ac:picMkLst>
            <pc:docMk/>
            <pc:sldMk cId="1432745550" sldId="2147479288"/>
            <ac:picMk id="2" creationId="{7CB02F1F-2F40-CD1D-E371-49F4327AC31F}"/>
          </ac:picMkLst>
        </pc:picChg>
      </pc:sldChg>
      <pc:sldChg chg="addSp delSp modSp add mod ord">
        <pc:chgData name="Koli, Kritika EX1" userId="1c8c4374-6798-4ce5-81da-73202fe3f38b" providerId="ADAL" clId="{7D2111D0-4E78-4DDF-9FD3-C540033BCA6E}" dt="2024-04-01T10:27:02.649" v="4486" actId="1076"/>
        <pc:sldMkLst>
          <pc:docMk/>
          <pc:sldMk cId="682328506" sldId="2147479289"/>
        </pc:sldMkLst>
        <pc:spChg chg="add mod">
          <ac:chgData name="Koli, Kritika EX1" userId="1c8c4374-6798-4ce5-81da-73202fe3f38b" providerId="ADAL" clId="{7D2111D0-4E78-4DDF-9FD3-C540033BCA6E}" dt="2024-04-01T10:27:02.649" v="4486" actId="1076"/>
          <ac:spMkLst>
            <pc:docMk/>
            <pc:sldMk cId="682328506" sldId="2147479289"/>
            <ac:spMk id="4" creationId="{0657C68A-F39D-179C-64B1-3C1FB2EBFE87}"/>
          </ac:spMkLst>
        </pc:spChg>
        <pc:spChg chg="mod">
          <ac:chgData name="Koli, Kritika EX1" userId="1c8c4374-6798-4ce5-81da-73202fe3f38b" providerId="ADAL" clId="{7D2111D0-4E78-4DDF-9FD3-C540033BCA6E}" dt="2024-04-01T10:24:13.765" v="4402" actId="20577"/>
          <ac:spMkLst>
            <pc:docMk/>
            <pc:sldMk cId="682328506" sldId="2147479289"/>
            <ac:spMk id="5" creationId="{92A10A98-0344-9703-6871-E8AFABC6BC3C}"/>
          </ac:spMkLst>
        </pc:spChg>
        <pc:spChg chg="del">
          <ac:chgData name="Koli, Kritika EX1" userId="1c8c4374-6798-4ce5-81da-73202fe3f38b" providerId="ADAL" clId="{7D2111D0-4E78-4DDF-9FD3-C540033BCA6E}" dt="2024-04-01T10:24:45.425" v="4413" actId="478"/>
          <ac:spMkLst>
            <pc:docMk/>
            <pc:sldMk cId="682328506" sldId="2147479289"/>
            <ac:spMk id="6" creationId="{321F7274-2508-10E7-C216-41E927FC3C90}"/>
          </ac:spMkLst>
        </pc:spChg>
        <pc:spChg chg="mod">
          <ac:chgData name="Koli, Kritika EX1" userId="1c8c4374-6798-4ce5-81da-73202fe3f38b" providerId="ADAL" clId="{7D2111D0-4E78-4DDF-9FD3-C540033BCA6E}" dt="2024-04-01T10:24:37.675" v="4411" actId="14100"/>
          <ac:spMkLst>
            <pc:docMk/>
            <pc:sldMk cId="682328506" sldId="2147479289"/>
            <ac:spMk id="7" creationId="{8A8DD687-E15F-D892-05BA-6676517F0F89}"/>
          </ac:spMkLst>
        </pc:spChg>
        <pc:picChg chg="mod">
          <ac:chgData name="Koli, Kritika EX1" userId="1c8c4374-6798-4ce5-81da-73202fe3f38b" providerId="ADAL" clId="{7D2111D0-4E78-4DDF-9FD3-C540033BCA6E}" dt="2024-04-01T10:24:41.645" v="4412" actId="1076"/>
          <ac:picMkLst>
            <pc:docMk/>
            <pc:sldMk cId="682328506" sldId="2147479289"/>
            <ac:picMk id="8" creationId="{96079D6D-06FC-672B-69A9-9E308764FF40}"/>
          </ac:picMkLst>
        </pc:picChg>
        <pc:cxnChg chg="add mod">
          <ac:chgData name="Koli, Kritika EX1" userId="1c8c4374-6798-4ce5-81da-73202fe3f38b" providerId="ADAL" clId="{7D2111D0-4E78-4DDF-9FD3-C540033BCA6E}" dt="2024-04-01T10:26:40.827" v="4452" actId="1076"/>
          <ac:cxnSpMkLst>
            <pc:docMk/>
            <pc:sldMk cId="682328506" sldId="2147479289"/>
            <ac:cxnSpMk id="9" creationId="{8A13891A-87E1-2539-67A8-7DFB59597DEF}"/>
          </ac:cxnSpMkLst>
        </pc:cxnChg>
      </pc:sldChg>
      <pc:sldChg chg="addSp modSp new del">
        <pc:chgData name="Koli, Kritika EX1" userId="1c8c4374-6798-4ce5-81da-73202fe3f38b" providerId="ADAL" clId="{7D2111D0-4E78-4DDF-9FD3-C540033BCA6E}" dt="2024-04-01T10:37:01.173" v="4882" actId="47"/>
        <pc:sldMkLst>
          <pc:docMk/>
          <pc:sldMk cId="1809409379" sldId="2147479290"/>
        </pc:sldMkLst>
        <pc:spChg chg="add mod">
          <ac:chgData name="Koli, Kritika EX1" userId="1c8c4374-6798-4ce5-81da-73202fe3f38b" providerId="ADAL" clId="{7D2111D0-4E78-4DDF-9FD3-C540033BCA6E}" dt="2024-04-01T10:34:17.143" v="4694"/>
          <ac:spMkLst>
            <pc:docMk/>
            <pc:sldMk cId="1809409379" sldId="2147479290"/>
            <ac:spMk id="3" creationId="{BF964E1D-A65D-D65D-0D6F-7E4F610D4F17}"/>
          </ac:spMkLst>
        </pc:spChg>
        <pc:picChg chg="add mod">
          <ac:chgData name="Koli, Kritika EX1" userId="1c8c4374-6798-4ce5-81da-73202fe3f38b" providerId="ADAL" clId="{7D2111D0-4E78-4DDF-9FD3-C540033BCA6E}" dt="2024-04-01T10:34:02.666" v="4693"/>
          <ac:picMkLst>
            <pc:docMk/>
            <pc:sldMk cId="1809409379" sldId="2147479290"/>
            <ac:picMk id="2" creationId="{F169DED8-1E9A-461D-0774-D6698E5D8426}"/>
          </ac:picMkLst>
        </pc:picChg>
      </pc:sldChg>
      <pc:sldChg chg="add del">
        <pc:chgData name="Koli, Kritika EX1" userId="1c8c4374-6798-4ce5-81da-73202fe3f38b" providerId="ADAL" clId="{7D2111D0-4E78-4DDF-9FD3-C540033BCA6E}" dt="2024-04-01T10:41:15.287" v="4970" actId="47"/>
        <pc:sldMkLst>
          <pc:docMk/>
          <pc:sldMk cId="3721111692" sldId="2147479290"/>
        </pc:sldMkLst>
      </pc:sldChg>
    </pc:docChg>
  </pc:docChgLst>
  <pc:docChgLst>
    <pc:chgData name="Koli, Kritika EX1" userId="1c8c4374-6798-4ce5-81da-73202fe3f38b" providerId="ADAL" clId="{0416B7B7-192C-4610-AD76-EE10BBB51350}"/>
    <pc:docChg chg="undo custSel addSld delSld modSld sldOrd">
      <pc:chgData name="Koli, Kritika EX1" userId="1c8c4374-6798-4ce5-81da-73202fe3f38b" providerId="ADAL" clId="{0416B7B7-192C-4610-AD76-EE10BBB51350}" dt="2024-04-01T11:34:42.648" v="1235" actId="207"/>
      <pc:docMkLst>
        <pc:docMk/>
      </pc:docMkLst>
      <pc:sldChg chg="addSp delSp modSp mod">
        <pc:chgData name="Koli, Kritika EX1" userId="1c8c4374-6798-4ce5-81da-73202fe3f38b" providerId="ADAL" clId="{0416B7B7-192C-4610-AD76-EE10BBB51350}" dt="2024-04-01T11:18:20.939" v="459" actId="14100"/>
        <pc:sldMkLst>
          <pc:docMk/>
          <pc:sldMk cId="0" sldId="258"/>
        </pc:sldMkLst>
        <pc:spChg chg="mod">
          <ac:chgData name="Koli, Kritika EX1" userId="1c8c4374-6798-4ce5-81da-73202fe3f38b" providerId="ADAL" clId="{0416B7B7-192C-4610-AD76-EE10BBB51350}" dt="2024-04-01T11:09:48.041" v="154" actId="20577"/>
          <ac:spMkLst>
            <pc:docMk/>
            <pc:sldMk cId="0" sldId="258"/>
            <ac:spMk id="2" creationId="{11FCF224-B476-CF25-D154-062BB6AA094B}"/>
          </ac:spMkLst>
        </pc:spChg>
        <pc:spChg chg="mod">
          <ac:chgData name="Koli, Kritika EX1" userId="1c8c4374-6798-4ce5-81da-73202fe3f38b" providerId="ADAL" clId="{0416B7B7-192C-4610-AD76-EE10BBB51350}" dt="2024-04-01T11:16:12.701" v="440" actId="1076"/>
          <ac:spMkLst>
            <pc:docMk/>
            <pc:sldMk cId="0" sldId="258"/>
            <ac:spMk id="188" creationId="{00000000-0000-0000-0000-000000000000}"/>
          </ac:spMkLst>
        </pc:spChg>
        <pc:spChg chg="mod">
          <ac:chgData name="Koli, Kritika EX1" userId="1c8c4374-6798-4ce5-81da-73202fe3f38b" providerId="ADAL" clId="{0416B7B7-192C-4610-AD76-EE10BBB51350}" dt="2024-04-01T11:18:20.939" v="459" actId="14100"/>
          <ac:spMkLst>
            <pc:docMk/>
            <pc:sldMk cId="0" sldId="258"/>
            <ac:spMk id="191" creationId="{00000000-0000-0000-0000-000000000000}"/>
          </ac:spMkLst>
        </pc:spChg>
        <pc:grpChg chg="mod">
          <ac:chgData name="Koli, Kritika EX1" userId="1c8c4374-6798-4ce5-81da-73202fe3f38b" providerId="ADAL" clId="{0416B7B7-192C-4610-AD76-EE10BBB51350}" dt="2024-04-01T11:16:58.377" v="444" actId="1076"/>
          <ac:grpSpMkLst>
            <pc:docMk/>
            <pc:sldMk cId="0" sldId="258"/>
            <ac:grpSpMk id="192" creationId="{00000000-0000-0000-0000-000000000000}"/>
          </ac:grpSpMkLst>
        </pc:grpChg>
        <pc:picChg chg="add mod">
          <ac:chgData name="Koli, Kritika EX1" userId="1c8c4374-6798-4ce5-81da-73202fe3f38b" providerId="ADAL" clId="{0416B7B7-192C-4610-AD76-EE10BBB51350}" dt="2024-04-01T11:17:49.109" v="455" actId="14100"/>
          <ac:picMkLst>
            <pc:docMk/>
            <pc:sldMk cId="0" sldId="258"/>
            <ac:picMk id="3" creationId="{697AF536-71D9-3E3A-F509-52C017CF5A73}"/>
          </ac:picMkLst>
        </pc:picChg>
        <pc:picChg chg="mod">
          <ac:chgData name="Koli, Kritika EX1" userId="1c8c4374-6798-4ce5-81da-73202fe3f38b" providerId="ADAL" clId="{0416B7B7-192C-4610-AD76-EE10BBB51350}" dt="2024-04-01T11:15:21.937" v="411" actId="1076"/>
          <ac:picMkLst>
            <pc:docMk/>
            <pc:sldMk cId="0" sldId="258"/>
            <ac:picMk id="189" creationId="{00000000-0000-0000-0000-000000000000}"/>
          </ac:picMkLst>
        </pc:picChg>
        <pc:picChg chg="del mod">
          <ac:chgData name="Koli, Kritika EX1" userId="1c8c4374-6798-4ce5-81da-73202fe3f38b" providerId="ADAL" clId="{0416B7B7-192C-4610-AD76-EE10BBB51350}" dt="2024-04-01T11:16:54.534" v="443" actId="478"/>
          <ac:picMkLst>
            <pc:docMk/>
            <pc:sldMk cId="0" sldId="258"/>
            <ac:picMk id="190" creationId="{00000000-0000-0000-0000-000000000000}"/>
          </ac:picMkLst>
        </pc:picChg>
        <pc:picChg chg="mod">
          <ac:chgData name="Koli, Kritika EX1" userId="1c8c4374-6798-4ce5-81da-73202fe3f38b" providerId="ADAL" clId="{0416B7B7-192C-4610-AD76-EE10BBB51350}" dt="2024-04-01T11:17:24.204" v="447" actId="1076"/>
          <ac:picMkLst>
            <pc:docMk/>
            <pc:sldMk cId="0" sldId="258"/>
            <ac:picMk id="195" creationId="{00000000-0000-0000-0000-000000000000}"/>
          </ac:picMkLst>
        </pc:picChg>
        <pc:picChg chg="mod">
          <ac:chgData name="Koli, Kritika EX1" userId="1c8c4374-6798-4ce5-81da-73202fe3f38b" providerId="ADAL" clId="{0416B7B7-192C-4610-AD76-EE10BBB51350}" dt="2024-04-01T11:17:26.057" v="448" actId="1076"/>
          <ac:picMkLst>
            <pc:docMk/>
            <pc:sldMk cId="0" sldId="258"/>
            <ac:picMk id="196" creationId="{00000000-0000-0000-0000-000000000000}"/>
          </ac:picMkLst>
        </pc:picChg>
        <pc:picChg chg="mod">
          <ac:chgData name="Koli, Kritika EX1" userId="1c8c4374-6798-4ce5-81da-73202fe3f38b" providerId="ADAL" clId="{0416B7B7-192C-4610-AD76-EE10BBB51350}" dt="2024-04-01T11:17:44.709" v="454" actId="14100"/>
          <ac:picMkLst>
            <pc:docMk/>
            <pc:sldMk cId="0" sldId="258"/>
            <ac:picMk id="199" creationId="{00000000-0000-0000-0000-000000000000}"/>
          </ac:picMkLst>
        </pc:picChg>
        <pc:picChg chg="mod">
          <ac:chgData name="Koli, Kritika EX1" userId="1c8c4374-6798-4ce5-81da-73202fe3f38b" providerId="ADAL" clId="{0416B7B7-192C-4610-AD76-EE10BBB51350}" dt="2024-04-01T11:17:35.665" v="451" actId="1076"/>
          <ac:picMkLst>
            <pc:docMk/>
            <pc:sldMk cId="0" sldId="258"/>
            <ac:picMk id="201" creationId="{00000000-0000-0000-0000-000000000000}"/>
          </ac:picMkLst>
        </pc:picChg>
      </pc:sldChg>
      <pc:sldChg chg="ord">
        <pc:chgData name="Koli, Kritika EX1" userId="1c8c4374-6798-4ce5-81da-73202fe3f38b" providerId="ADAL" clId="{0416B7B7-192C-4610-AD76-EE10BBB51350}" dt="2024-04-01T11:33:07.486" v="1232"/>
        <pc:sldMkLst>
          <pc:docMk/>
          <pc:sldMk cId="318117767" sldId="264"/>
        </pc:sldMkLst>
      </pc:sldChg>
      <pc:sldChg chg="delCm">
        <pc:chgData name="Koli, Kritika EX1" userId="1c8c4374-6798-4ce5-81da-73202fe3f38b" providerId="ADAL" clId="{0416B7B7-192C-4610-AD76-EE10BBB51350}" dt="2024-04-01T10:55:46.119" v="1"/>
        <pc:sldMkLst>
          <pc:docMk/>
          <pc:sldMk cId="656734332" sldId="265"/>
        </pc:sldMkLst>
      </pc:sldChg>
      <pc:sldChg chg="modSp mod">
        <pc:chgData name="Koli, Kritika EX1" userId="1c8c4374-6798-4ce5-81da-73202fe3f38b" providerId="ADAL" clId="{0416B7B7-192C-4610-AD76-EE10BBB51350}" dt="2024-04-01T11:34:42.648" v="1235" actId="207"/>
        <pc:sldMkLst>
          <pc:docMk/>
          <pc:sldMk cId="1639325327" sldId="304"/>
        </pc:sldMkLst>
        <pc:spChg chg="mod">
          <ac:chgData name="Koli, Kritika EX1" userId="1c8c4374-6798-4ce5-81da-73202fe3f38b" providerId="ADAL" clId="{0416B7B7-192C-4610-AD76-EE10BBB51350}" dt="2024-04-01T11:34:42.648" v="1235" actId="207"/>
          <ac:spMkLst>
            <pc:docMk/>
            <pc:sldMk cId="1639325327" sldId="304"/>
            <ac:spMk id="2" creationId="{DAB186F5-45C6-9252-4D09-2C8E21240A3C}"/>
          </ac:spMkLst>
        </pc:spChg>
      </pc:sldChg>
      <pc:sldChg chg="modSp mod">
        <pc:chgData name="Koli, Kritika EX1" userId="1c8c4374-6798-4ce5-81da-73202fe3f38b" providerId="ADAL" clId="{0416B7B7-192C-4610-AD76-EE10BBB51350}" dt="2024-04-01T11:27:17.072" v="1151" actId="1076"/>
        <pc:sldMkLst>
          <pc:docMk/>
          <pc:sldMk cId="0" sldId="2147473017"/>
        </pc:sldMkLst>
        <pc:spChg chg="mod">
          <ac:chgData name="Koli, Kritika EX1" userId="1c8c4374-6798-4ce5-81da-73202fe3f38b" providerId="ADAL" clId="{0416B7B7-192C-4610-AD76-EE10BBB51350}" dt="2024-04-01T11:27:17.072" v="1151" actId="1076"/>
          <ac:spMkLst>
            <pc:docMk/>
            <pc:sldMk cId="0" sldId="2147473017"/>
            <ac:spMk id="132" creationId="{00000000-0000-0000-0000-000000000000}"/>
          </ac:spMkLst>
        </pc:spChg>
      </pc:sldChg>
      <pc:sldChg chg="addSp delSp modSp mod">
        <pc:chgData name="Koli, Kritika EX1" userId="1c8c4374-6798-4ce5-81da-73202fe3f38b" providerId="ADAL" clId="{0416B7B7-192C-4610-AD76-EE10BBB51350}" dt="2024-04-01T11:32:26.229" v="1230" actId="14100"/>
        <pc:sldMkLst>
          <pc:docMk/>
          <pc:sldMk cId="0" sldId="2147473019"/>
        </pc:sldMkLst>
        <pc:spChg chg="add mod">
          <ac:chgData name="Koli, Kritika EX1" userId="1c8c4374-6798-4ce5-81da-73202fe3f38b" providerId="ADAL" clId="{0416B7B7-192C-4610-AD76-EE10BBB51350}" dt="2024-04-01T11:28:27.159" v="1175" actId="1076"/>
          <ac:spMkLst>
            <pc:docMk/>
            <pc:sldMk cId="0" sldId="2147473019"/>
            <ac:spMk id="2" creationId="{035FDF7D-95D6-6A76-A025-5F4B43AF967B}"/>
          </ac:spMkLst>
        </pc:spChg>
        <pc:spChg chg="mod">
          <ac:chgData name="Koli, Kritika EX1" userId="1c8c4374-6798-4ce5-81da-73202fe3f38b" providerId="ADAL" clId="{0416B7B7-192C-4610-AD76-EE10BBB51350}" dt="2024-04-01T11:18:28.569" v="460" actId="20577"/>
          <ac:spMkLst>
            <pc:docMk/>
            <pc:sldMk cId="0" sldId="2147473019"/>
            <ac:spMk id="208" creationId="{00000000-0000-0000-0000-000000000000}"/>
          </ac:spMkLst>
        </pc:spChg>
        <pc:spChg chg="mod">
          <ac:chgData name="Koli, Kritika EX1" userId="1c8c4374-6798-4ce5-81da-73202fe3f38b" providerId="ADAL" clId="{0416B7B7-192C-4610-AD76-EE10BBB51350}" dt="2024-04-01T11:28:52.050" v="1180" actId="14100"/>
          <ac:spMkLst>
            <pc:docMk/>
            <pc:sldMk cId="0" sldId="2147473019"/>
            <ac:spMk id="209" creationId="{00000000-0000-0000-0000-000000000000}"/>
          </ac:spMkLst>
        </pc:spChg>
        <pc:spChg chg="mod">
          <ac:chgData name="Koli, Kritika EX1" userId="1c8c4374-6798-4ce5-81da-73202fe3f38b" providerId="ADAL" clId="{0416B7B7-192C-4610-AD76-EE10BBB51350}" dt="2024-04-01T11:28:17.591" v="1173" actId="1076"/>
          <ac:spMkLst>
            <pc:docMk/>
            <pc:sldMk cId="0" sldId="2147473019"/>
            <ac:spMk id="210" creationId="{00000000-0000-0000-0000-000000000000}"/>
          </ac:spMkLst>
        </pc:spChg>
        <pc:spChg chg="del">
          <ac:chgData name="Koli, Kritika EX1" userId="1c8c4374-6798-4ce5-81da-73202fe3f38b" providerId="ADAL" clId="{0416B7B7-192C-4610-AD76-EE10BBB51350}" dt="2024-04-01T11:19:08.143" v="490" actId="478"/>
          <ac:spMkLst>
            <pc:docMk/>
            <pc:sldMk cId="0" sldId="2147473019"/>
            <ac:spMk id="212" creationId="{00000000-0000-0000-0000-000000000000}"/>
          </ac:spMkLst>
        </pc:spChg>
        <pc:graphicFrameChg chg="add mod modGraphic">
          <ac:chgData name="Koli, Kritika EX1" userId="1c8c4374-6798-4ce5-81da-73202fe3f38b" providerId="ADAL" clId="{0416B7B7-192C-4610-AD76-EE10BBB51350}" dt="2024-04-01T11:32:26.229" v="1230" actId="14100"/>
          <ac:graphicFrameMkLst>
            <pc:docMk/>
            <pc:sldMk cId="0" sldId="2147473019"/>
            <ac:graphicFrameMk id="3" creationId="{746BF215-8C5C-BB03-6338-8A6B37B9803F}"/>
          </ac:graphicFrameMkLst>
        </pc:graphicFrameChg>
        <pc:graphicFrameChg chg="mod modGraphic">
          <ac:chgData name="Koli, Kritika EX1" userId="1c8c4374-6798-4ce5-81da-73202fe3f38b" providerId="ADAL" clId="{0416B7B7-192C-4610-AD76-EE10BBB51350}" dt="2024-04-01T11:29:20.573" v="1209" actId="20577"/>
          <ac:graphicFrameMkLst>
            <pc:docMk/>
            <pc:sldMk cId="0" sldId="2147473019"/>
            <ac:graphicFrameMk id="211" creationId="{00000000-0000-0000-0000-000000000000}"/>
          </ac:graphicFrameMkLst>
        </pc:graphicFrameChg>
      </pc:sldChg>
      <pc:sldChg chg="modSp mod">
        <pc:chgData name="Koli, Kritika EX1" userId="1c8c4374-6798-4ce5-81da-73202fe3f38b" providerId="ADAL" clId="{0416B7B7-192C-4610-AD76-EE10BBB51350}" dt="2024-04-01T11:25:17.915" v="1038" actId="20577"/>
        <pc:sldMkLst>
          <pc:docMk/>
          <pc:sldMk cId="0" sldId="2147473020"/>
        </pc:sldMkLst>
        <pc:spChg chg="mod">
          <ac:chgData name="Koli, Kritika EX1" userId="1c8c4374-6798-4ce5-81da-73202fe3f38b" providerId="ADAL" clId="{0416B7B7-192C-4610-AD76-EE10BBB51350}" dt="2024-04-01T11:22:11.262" v="666" actId="20577"/>
          <ac:spMkLst>
            <pc:docMk/>
            <pc:sldMk cId="0" sldId="2147473020"/>
            <ac:spMk id="219" creationId="{00000000-0000-0000-0000-000000000000}"/>
          </ac:spMkLst>
        </pc:spChg>
        <pc:spChg chg="mod">
          <ac:chgData name="Koli, Kritika EX1" userId="1c8c4374-6798-4ce5-81da-73202fe3f38b" providerId="ADAL" clId="{0416B7B7-192C-4610-AD76-EE10BBB51350}" dt="2024-04-01T11:22:15.383" v="667" actId="20577"/>
          <ac:spMkLst>
            <pc:docMk/>
            <pc:sldMk cId="0" sldId="2147473020"/>
            <ac:spMk id="222" creationId="{00000000-0000-0000-0000-000000000000}"/>
          </ac:spMkLst>
        </pc:spChg>
        <pc:spChg chg="mod">
          <ac:chgData name="Koli, Kritika EX1" userId="1c8c4374-6798-4ce5-81da-73202fe3f38b" providerId="ADAL" clId="{0416B7B7-192C-4610-AD76-EE10BBB51350}" dt="2024-04-01T11:25:17.915" v="1038" actId="20577"/>
          <ac:spMkLst>
            <pc:docMk/>
            <pc:sldMk cId="0" sldId="2147473020"/>
            <ac:spMk id="228" creationId="{00000000-0000-0000-0000-000000000000}"/>
          </ac:spMkLst>
        </pc:spChg>
        <pc:spChg chg="mod">
          <ac:chgData name="Koli, Kritika EX1" userId="1c8c4374-6798-4ce5-81da-73202fe3f38b" providerId="ADAL" clId="{0416B7B7-192C-4610-AD76-EE10BBB51350}" dt="2024-04-01T11:23:00.252" v="734" actId="20577"/>
          <ac:spMkLst>
            <pc:docMk/>
            <pc:sldMk cId="0" sldId="2147473020"/>
            <ac:spMk id="231" creationId="{00000000-0000-0000-0000-000000000000}"/>
          </ac:spMkLst>
        </pc:spChg>
        <pc:spChg chg="mod">
          <ac:chgData name="Koli, Kritika EX1" userId="1c8c4374-6798-4ce5-81da-73202fe3f38b" providerId="ADAL" clId="{0416B7B7-192C-4610-AD76-EE10BBB51350}" dt="2024-04-01T11:25:06.709" v="1031" actId="20577"/>
          <ac:spMkLst>
            <pc:docMk/>
            <pc:sldMk cId="0" sldId="2147473020"/>
            <ac:spMk id="238" creationId="{00000000-0000-0000-0000-000000000000}"/>
          </ac:spMkLst>
        </pc:spChg>
        <pc:spChg chg="mod">
          <ac:chgData name="Koli, Kritika EX1" userId="1c8c4374-6798-4ce5-81da-73202fe3f38b" providerId="ADAL" clId="{0416B7B7-192C-4610-AD76-EE10BBB51350}" dt="2024-04-01T11:23:15.612" v="749" actId="6549"/>
          <ac:spMkLst>
            <pc:docMk/>
            <pc:sldMk cId="0" sldId="2147473020"/>
            <ac:spMk id="245" creationId="{00000000-0000-0000-0000-000000000000}"/>
          </ac:spMkLst>
        </pc:spChg>
      </pc:sldChg>
      <pc:sldChg chg="addSp modSp mod ord">
        <pc:chgData name="Koli, Kritika EX1" userId="1c8c4374-6798-4ce5-81da-73202fe3f38b" providerId="ADAL" clId="{0416B7B7-192C-4610-AD76-EE10BBB51350}" dt="2024-04-01T11:33:56.353" v="1234"/>
        <pc:sldMkLst>
          <pc:docMk/>
          <pc:sldMk cId="3465311772" sldId="2147473127"/>
        </pc:sldMkLst>
        <pc:spChg chg="add mod">
          <ac:chgData name="Koli, Kritika EX1" userId="1c8c4374-6798-4ce5-81da-73202fe3f38b" providerId="ADAL" clId="{0416B7B7-192C-4610-AD76-EE10BBB51350}" dt="2024-04-01T10:59:44.033" v="125" actId="20577"/>
          <ac:spMkLst>
            <pc:docMk/>
            <pc:sldMk cId="3465311772" sldId="2147473127"/>
            <ac:spMk id="3" creationId="{7B1AF343-8453-1657-C7CB-1BF7B75632C4}"/>
          </ac:spMkLst>
        </pc:spChg>
        <pc:spChg chg="mod">
          <ac:chgData name="Koli, Kritika EX1" userId="1c8c4374-6798-4ce5-81da-73202fe3f38b" providerId="ADAL" clId="{0416B7B7-192C-4610-AD76-EE10BBB51350}" dt="2024-04-01T10:58:58.014" v="115" actId="20577"/>
          <ac:spMkLst>
            <pc:docMk/>
            <pc:sldMk cId="3465311772" sldId="2147473127"/>
            <ac:spMk id="6" creationId="{2507F2D2-A9CC-3FA5-58B9-8613F115C493}"/>
          </ac:spMkLst>
        </pc:spChg>
        <pc:spChg chg="mod">
          <ac:chgData name="Koli, Kritika EX1" userId="1c8c4374-6798-4ce5-81da-73202fe3f38b" providerId="ADAL" clId="{0416B7B7-192C-4610-AD76-EE10BBB51350}" dt="2024-04-01T10:59:05.696" v="117"/>
          <ac:spMkLst>
            <pc:docMk/>
            <pc:sldMk cId="3465311772" sldId="2147473127"/>
            <ac:spMk id="18" creationId="{7CB46ECC-8730-446E-358B-A2DBBFB9B4C4}"/>
          </ac:spMkLst>
        </pc:spChg>
        <pc:spChg chg="mod">
          <ac:chgData name="Koli, Kritika EX1" userId="1c8c4374-6798-4ce5-81da-73202fe3f38b" providerId="ADAL" clId="{0416B7B7-192C-4610-AD76-EE10BBB51350}" dt="2024-04-01T10:58:10.749" v="2" actId="20577"/>
          <ac:spMkLst>
            <pc:docMk/>
            <pc:sldMk cId="3465311772" sldId="2147473127"/>
            <ac:spMk id="129" creationId="{00000000-0000-0000-0000-000000000000}"/>
          </ac:spMkLst>
        </pc:spChg>
      </pc:sldChg>
      <pc:sldChg chg="modSp mod">
        <pc:chgData name="Koli, Kritika EX1" userId="1c8c4374-6798-4ce5-81da-73202fe3f38b" providerId="ADAL" clId="{0416B7B7-192C-4610-AD76-EE10BBB51350}" dt="2024-04-01T11:26:53.665" v="1150" actId="20577"/>
        <pc:sldMkLst>
          <pc:docMk/>
          <pc:sldMk cId="4129109421" sldId="2147473129"/>
        </pc:sldMkLst>
        <pc:spChg chg="mod">
          <ac:chgData name="Koli, Kritika EX1" userId="1c8c4374-6798-4ce5-81da-73202fe3f38b" providerId="ADAL" clId="{0416B7B7-192C-4610-AD76-EE10BBB51350}" dt="2024-04-01T11:25:24.328" v="1039" actId="20577"/>
          <ac:spMkLst>
            <pc:docMk/>
            <pc:sldMk cId="4129109421" sldId="2147473129"/>
            <ac:spMk id="129" creationId="{00000000-0000-0000-0000-000000000000}"/>
          </ac:spMkLst>
        </pc:spChg>
        <pc:spChg chg="mod">
          <ac:chgData name="Koli, Kritika EX1" userId="1c8c4374-6798-4ce5-81da-73202fe3f38b" providerId="ADAL" clId="{0416B7B7-192C-4610-AD76-EE10BBB51350}" dt="2024-04-01T11:26:32.425" v="1120" actId="20577"/>
          <ac:spMkLst>
            <pc:docMk/>
            <pc:sldMk cId="4129109421" sldId="2147473129"/>
            <ac:spMk id="141" creationId="{5CC3C523-0ECF-79A3-91E8-01DF567A7E8D}"/>
          </ac:spMkLst>
        </pc:spChg>
        <pc:spChg chg="mod">
          <ac:chgData name="Koli, Kritika EX1" userId="1c8c4374-6798-4ce5-81da-73202fe3f38b" providerId="ADAL" clId="{0416B7B7-192C-4610-AD76-EE10BBB51350}" dt="2024-04-01T11:25:54.411" v="1062" actId="20577"/>
          <ac:spMkLst>
            <pc:docMk/>
            <pc:sldMk cId="4129109421" sldId="2147473129"/>
            <ac:spMk id="148" creationId="{93AF4C83-145D-246C-8569-E21F9C82796B}"/>
          </ac:spMkLst>
        </pc:spChg>
        <pc:spChg chg="mod">
          <ac:chgData name="Koli, Kritika EX1" userId="1c8c4374-6798-4ce5-81da-73202fe3f38b" providerId="ADAL" clId="{0416B7B7-192C-4610-AD76-EE10BBB51350}" dt="2024-04-01T11:26:53.665" v="1150" actId="20577"/>
          <ac:spMkLst>
            <pc:docMk/>
            <pc:sldMk cId="4129109421" sldId="2147473129"/>
            <ac:spMk id="149" creationId="{4A571A8F-CEF0-9DF5-F6A2-2DDD6310D4F8}"/>
          </ac:spMkLst>
        </pc:spChg>
      </pc:sldChg>
      <pc:sldChg chg="modSp mod">
        <pc:chgData name="Koli, Kritika EX1" userId="1c8c4374-6798-4ce5-81da-73202fe3f38b" providerId="ADAL" clId="{0416B7B7-192C-4610-AD76-EE10BBB51350}" dt="2024-04-01T11:29:44.577" v="1219" actId="1036"/>
        <pc:sldMkLst>
          <pc:docMk/>
          <pc:sldMk cId="1447105735" sldId="2147473130"/>
        </pc:sldMkLst>
        <pc:spChg chg="mod">
          <ac:chgData name="Koli, Kritika EX1" userId="1c8c4374-6798-4ce5-81da-73202fe3f38b" providerId="ADAL" clId="{0416B7B7-192C-4610-AD76-EE10BBB51350}" dt="2024-04-01T11:29:44.577" v="1219" actId="1036"/>
          <ac:spMkLst>
            <pc:docMk/>
            <pc:sldMk cId="1447105735" sldId="2147473130"/>
            <ac:spMk id="11" creationId="{29B3975A-5C96-68F0-2E4C-5FBF4ED2BBA0}"/>
          </ac:spMkLst>
        </pc:spChg>
      </pc:sldChg>
      <pc:sldChg chg="new del">
        <pc:chgData name="Koli, Kritika EX1" userId="1c8c4374-6798-4ce5-81da-73202fe3f38b" providerId="ADAL" clId="{0416B7B7-192C-4610-AD76-EE10BBB51350}" dt="2024-04-01T11:16:14.440" v="441" actId="47"/>
        <pc:sldMkLst>
          <pc:docMk/>
          <pc:sldMk cId="3041761800" sldId="2147479290"/>
        </pc:sldMkLst>
      </pc:sldChg>
    </pc:docChg>
  </pc:docChgLst>
  <pc:docChgLst>
    <pc:chgData name="Koli, Kritika EX1" userId="1c8c4374-6798-4ce5-81da-73202fe3f38b" providerId="ADAL" clId="{A4E9457A-619A-46E7-8CCE-F87850746168}"/>
    <pc:docChg chg="addSld delSld modSld">
      <pc:chgData name="Koli, Kritika EX1" userId="1c8c4374-6798-4ce5-81da-73202fe3f38b" providerId="ADAL" clId="{A4E9457A-619A-46E7-8CCE-F87850746168}" dt="2024-03-14T13:17:57.626" v="35" actId="47"/>
      <pc:docMkLst>
        <pc:docMk/>
      </pc:docMkLst>
      <pc:sldChg chg="modSp del mod">
        <pc:chgData name="Koli, Kritika EX1" userId="1c8c4374-6798-4ce5-81da-73202fe3f38b" providerId="ADAL" clId="{A4E9457A-619A-46E7-8CCE-F87850746168}" dt="2024-03-14T13:17:57.626" v="35" actId="47"/>
        <pc:sldMkLst>
          <pc:docMk/>
          <pc:sldMk cId="1928194382" sldId="257"/>
        </pc:sldMkLst>
        <pc:spChg chg="mod">
          <ac:chgData name="Koli, Kritika EX1" userId="1c8c4374-6798-4ce5-81da-73202fe3f38b" providerId="ADAL" clId="{A4E9457A-619A-46E7-8CCE-F87850746168}" dt="2024-03-14T13:17:25.941" v="13" actId="1076"/>
          <ac:spMkLst>
            <pc:docMk/>
            <pc:sldMk cId="1928194382" sldId="257"/>
            <ac:spMk id="5" creationId="{C5B7F265-7CE9-C97A-96DE-0C5824744205}"/>
          </ac:spMkLst>
        </pc:spChg>
      </pc:sldChg>
      <pc:sldChg chg="addSp modSp new mod">
        <pc:chgData name="Koli, Kritika EX1" userId="1c8c4374-6798-4ce5-81da-73202fe3f38b" providerId="ADAL" clId="{A4E9457A-619A-46E7-8CCE-F87850746168}" dt="2024-03-14T13:17:53.735" v="34" actId="1038"/>
        <pc:sldMkLst>
          <pc:docMk/>
          <pc:sldMk cId="2288469275" sldId="305"/>
        </pc:sldMkLst>
        <pc:spChg chg="add mod">
          <ac:chgData name="Koli, Kritika EX1" userId="1c8c4374-6798-4ce5-81da-73202fe3f38b" providerId="ADAL" clId="{A4E9457A-619A-46E7-8CCE-F87850746168}" dt="2024-03-14T13:17:12.237" v="9"/>
          <ac:spMkLst>
            <pc:docMk/>
            <pc:sldMk cId="2288469275" sldId="305"/>
            <ac:spMk id="4" creationId="{03A7D886-638A-CDFE-37A7-05DC4FBA5835}"/>
          </ac:spMkLst>
        </pc:spChg>
        <pc:spChg chg="add mod">
          <ac:chgData name="Koli, Kritika EX1" userId="1c8c4374-6798-4ce5-81da-73202fe3f38b" providerId="ADAL" clId="{A4E9457A-619A-46E7-8CCE-F87850746168}" dt="2024-03-14T13:17:30.370" v="15" actId="1076"/>
          <ac:spMkLst>
            <pc:docMk/>
            <pc:sldMk cId="2288469275" sldId="305"/>
            <ac:spMk id="7" creationId="{32204D7D-3159-AB1D-6D81-6864878AA078}"/>
          </ac:spMkLst>
        </pc:spChg>
        <pc:picChg chg="add mod modCrop">
          <ac:chgData name="Koli, Kritika EX1" userId="1c8c4374-6798-4ce5-81da-73202fe3f38b" providerId="ADAL" clId="{A4E9457A-619A-46E7-8CCE-F87850746168}" dt="2024-03-14T13:16:57.707" v="8" actId="14100"/>
          <ac:picMkLst>
            <pc:docMk/>
            <pc:sldMk cId="2288469275" sldId="305"/>
            <ac:picMk id="3" creationId="{E6703374-D728-A42A-BB29-C9E2D88FAD7E}"/>
          </ac:picMkLst>
        </pc:picChg>
        <pc:picChg chg="add mod">
          <ac:chgData name="Koli, Kritika EX1" userId="1c8c4374-6798-4ce5-81da-73202fe3f38b" providerId="ADAL" clId="{A4E9457A-619A-46E7-8CCE-F87850746168}" dt="2024-03-14T13:17:23.628" v="12" actId="1076"/>
          <ac:picMkLst>
            <pc:docMk/>
            <pc:sldMk cId="2288469275" sldId="305"/>
            <ac:picMk id="6" creationId="{78808ED6-C7BA-893D-DFE7-FBE6A27C2FF4}"/>
          </ac:picMkLst>
        </pc:picChg>
        <pc:cxnChg chg="add mod">
          <ac:chgData name="Koli, Kritika EX1" userId="1c8c4374-6798-4ce5-81da-73202fe3f38b" providerId="ADAL" clId="{A4E9457A-619A-46E7-8CCE-F87850746168}" dt="2024-03-14T13:17:53.735" v="34" actId="1038"/>
          <ac:cxnSpMkLst>
            <pc:docMk/>
            <pc:sldMk cId="2288469275" sldId="305"/>
            <ac:cxnSpMk id="5" creationId="{D76221C9-7681-9900-1F20-BDEF7E8FE5D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DC827-03DA-42F9-9F60-5D34F22FC554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C1B89-6439-42AE-9101-B0E07E83A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1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Facilitator’s Instructions: </a:t>
            </a:r>
            <a:endParaRPr/>
          </a:p>
          <a:p>
            <a:pPr marL="15875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marL="15875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The presentation is to brief on one of the building blocks of ABDM, the Healthcare Professional Registry. The registry is to include healthcare professionals on the ABDM platform.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37038" y="6619875"/>
            <a:ext cx="2573337" cy="1447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373664" y="1257752"/>
            <a:ext cx="5872800" cy="50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200" rIns="88375" bIns="44200" anchor="t" anchorCtr="0">
            <a:noAutofit/>
          </a:bodyPr>
          <a:lstStyle/>
          <a:p>
            <a:pPr marL="114300" lvl="0" indent="-38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400"/>
          </a:p>
        </p:txBody>
      </p:sp>
      <p:sp>
        <p:nvSpPr>
          <p:cNvPr id="144" name="Google Shape;144;p3:notes"/>
          <p:cNvSpPr txBox="1">
            <a:spLocks noGrp="1"/>
          </p:cNvSpPr>
          <p:nvPr>
            <p:ph type="sldNum" idx="12"/>
          </p:nvPr>
        </p:nvSpPr>
        <p:spPr>
          <a:xfrm>
            <a:off x="5372528" y="8398567"/>
            <a:ext cx="8739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200" rIns="88375" bIns="442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39d23ec815_3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39d23ec815_3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239d23ec815_3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39d23ec815_3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39d23ec815_3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239d23ec815_3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39d23ec815_3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39d23ec815_3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39d23ec815_3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B8790-523C-0CE9-0FCF-E0B06DB18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E1E30-A1E9-F311-A6FC-0EF549812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382EE-8B87-72B5-30A5-4297E9919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96AC3-802A-D90C-6EFE-0ACB0C425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DDAF0-F769-A6FF-3403-36CAA7B2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79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E02E-F79E-7420-3210-9E5CB586D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863A-6FDD-CBF4-0BEF-EC78FEA04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67562-D460-47E2-F6D9-228E5ED4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918E1-C736-746A-6C95-01EE1600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E6A1C-88EB-CF72-C067-2AFD5FF9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90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4AC6-A80E-B2D6-2766-8D9A724E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2649A-1409-10B4-0EF9-D51FEC511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009E6-9E78-AF36-5A85-47DC3DF4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88C00-BAF6-5562-18E1-2A28FDDB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119D0-2C52-093C-0568-8FFA001A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53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9FB3A-D3BD-B57A-0A78-5F01528CD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17374-260B-C78F-DAE1-5AFCBB5A2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E77F2-CF25-88C8-2244-2820E471D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7351F-AAAC-406D-3724-A06175BC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56DE0-63DE-D093-E3CA-69A036F5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D8289-598B-5FDC-5F96-D58C9B67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41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4E3B-EBB7-F09F-C9AF-9AB4EFD3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85981-2994-A50A-3407-99C74C7DB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069BA-4551-CDBD-DBBF-ECD35AC03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1828-3CC2-17FD-C017-EFB47462D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28B8E2-8448-F122-35BC-F0778D012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2F4A8E-7E60-C64D-C5E4-3490FC653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9B12DC-FFA2-C553-358C-C70DE29C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1E464A-0CB4-53C6-4034-9972B2A6E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10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1A35-20FA-E8DA-5ABB-C3AAE2ED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E4156-C77D-FC60-937A-C2E4AF5F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8523E-F8A7-CEED-CB71-BA55D059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45CF4-1489-DE11-ABB8-BF15FD20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804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CDB76-70C9-2FC2-544E-73872C22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A6228-8098-5431-7AEF-D0D04780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9DB82-2E62-0211-0B45-A68B81F34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44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1510-9790-2EF4-F008-3669219A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50B2-5FE0-DB0F-7E53-58E42D6D9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F2F56-FD0B-27C7-CD05-F755E48E6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A7E34-FDB3-7621-DD92-86060EAD8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2EE56-FA37-639F-9B8F-59DC308B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8E757-2C02-26F6-C209-CE198202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6B5C-952D-164A-C0A5-4CCC26C4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B9E9B-8639-3900-059A-AC8F74C82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F704F-2439-EC88-9B38-1CAD3E338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D2E0A-FBD1-47F2-C07D-7E3A10B5B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6B8DD-91C9-5186-EC14-1BEEBD02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D0117-61B2-F4D6-049A-2EF6DA6A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921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4CB6-DD21-9CCB-A88F-3B15C2627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F795E-2E43-9AB0-0942-DBBF67549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5DB7A-A52C-13F3-D490-D59C2C841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1F4EA-5FD0-D360-6434-53525A5E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CAE38-0D64-6175-47C8-BEEF7C82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579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B05EBB-A13C-B6FA-884D-B9195556B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FD831-27D9-9288-6E3A-AEDC81918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82401-7B5F-4066-C328-DC56676A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6217-F854-D994-59BD-DE10B4A5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045C2-A6E5-3AFE-4997-36A25A6F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777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title"/>
          </p:nvPr>
        </p:nvSpPr>
        <p:spPr>
          <a:xfrm>
            <a:off x="1244877" y="303016"/>
            <a:ext cx="97023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8041"/>
              </a:buClr>
              <a:buSzPts val="4400"/>
              <a:buFont typeface="Rajdhani SemiBold"/>
              <a:buNone/>
              <a:defRPr sz="2800" b="1">
                <a:solidFill>
                  <a:srgbClr val="098041"/>
                </a:solidFill>
                <a:latin typeface="Rajdhani SemiBold"/>
                <a:ea typeface="Rajdhani SemiBold"/>
                <a:cs typeface="Rajdhani SemiBold"/>
                <a:sym typeface="Rajdhani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9290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0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E31BF-7F81-A5C3-49C7-4EF355ED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B14F1-F9E4-ACA6-21D5-4C817E2D6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CE059-0BA1-B482-817A-F96F4EA246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BA8F4-9EEF-47BD-8283-EC26E3590375}" type="datetimeFigureOut">
              <a:rPr lang="en-IN" smtClean="0"/>
              <a:t>02-04-2024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CAB22-79FA-5C77-5474-17B3F23F6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34899-0B81-AC3E-B8E4-1181A4405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9104-AD28-4030-9C5E-CE88A8B4E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fif"/><Relationship Id="rId11" Type="http://schemas.openxmlformats.org/officeDocument/2006/relationships/image" Target="../media/image14.png"/><Relationship Id="rId5" Type="http://schemas.openxmlformats.org/officeDocument/2006/relationships/image" Target="../media/image8.jp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f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nhpr.abdm.gov.in/home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27.png"/><Relationship Id="rId4" Type="http://schemas.openxmlformats.org/officeDocument/2006/relationships/image" Target="../media/image8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hprid.abdm.gov.in/" TargetMode="External"/><Relationship Id="rId2" Type="http://schemas.openxmlformats.org/officeDocument/2006/relationships/hyperlink" Target="https://hpr.abdm.gov.in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24" name="Google Shape;124;p2" descr="Logo, 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77244" y="-2871511"/>
            <a:ext cx="12024105" cy="12024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 descr="How do you choose colors for a healthcare logo?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849" y="-4085144"/>
            <a:ext cx="5581651" cy="347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/>
        </p:nvSpPr>
        <p:spPr>
          <a:xfrm>
            <a:off x="3105606" y="4908484"/>
            <a:ext cx="6667500" cy="14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2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434343"/>
                </a:solidFill>
              </a:rPr>
              <a:t>Presentation By </a:t>
            </a:r>
            <a:endParaRPr sz="2200" b="1" dirty="0">
              <a:solidFill>
                <a:srgbClr val="434343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2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434343"/>
                </a:solidFill>
              </a:rPr>
              <a:t>Kunal Arora, Program Manager, NHA</a:t>
            </a:r>
            <a:endParaRPr sz="3200" b="1" dirty="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2"/>
              <a:buFont typeface="Calibri"/>
              <a:buNone/>
            </a:pPr>
            <a:r>
              <a:rPr lang="en-US" sz="2000" i="0" u="none" strike="noStrike" cap="none" dirty="0">
                <a:solidFill>
                  <a:srgbClr val="434343"/>
                </a:solidFill>
              </a:rPr>
              <a:t>                                        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20864860" y="4485545"/>
            <a:ext cx="5088941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33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Ayushman Bharat</a:t>
            </a:r>
            <a:endParaRPr sz="3733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19698465" y="4908484"/>
            <a:ext cx="7594832" cy="117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6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Mission</a:t>
            </a:r>
            <a:endParaRPr sz="7066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2"/>
          <p:cNvGrpSpPr/>
          <p:nvPr/>
        </p:nvGrpSpPr>
        <p:grpSpPr>
          <a:xfrm>
            <a:off x="793277" y="2774659"/>
            <a:ext cx="10986447" cy="1684200"/>
            <a:chOff x="3081656" y="2731575"/>
            <a:chExt cx="5985932" cy="1684200"/>
          </a:xfrm>
        </p:grpSpPr>
        <p:sp>
          <p:nvSpPr>
            <p:cNvPr id="132" name="Google Shape;132;p2"/>
            <p:cNvSpPr txBox="1"/>
            <p:nvPr/>
          </p:nvSpPr>
          <p:spPr>
            <a:xfrm>
              <a:off x="3081656" y="2997626"/>
              <a:ext cx="5985932" cy="1325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400"/>
                <a:buFont typeface="Rajdhani SemiBold"/>
                <a:buNone/>
              </a:pPr>
              <a:r>
                <a:rPr lang="en-US" sz="4800" b="1" dirty="0">
                  <a:solidFill>
                    <a:schemeClr val="dk1"/>
                  </a:solidFill>
                  <a:latin typeface="Rajdhani SemiBold"/>
                  <a:sym typeface="Rajdhani SemiBold"/>
                </a:rPr>
                <a:t>National Healthcare Providers Registry</a:t>
              </a:r>
              <a:endParaRPr sz="4000" dirty="0"/>
            </a:p>
          </p:txBody>
        </p:sp>
        <p:cxnSp>
          <p:nvCxnSpPr>
            <p:cNvPr id="133" name="Google Shape;133;p2"/>
            <p:cNvCxnSpPr/>
            <p:nvPr/>
          </p:nvCxnSpPr>
          <p:spPr>
            <a:xfrm>
              <a:off x="3358050" y="2731575"/>
              <a:ext cx="5535900" cy="12300"/>
            </a:xfrm>
            <a:prstGeom prst="straightConnector1">
              <a:avLst/>
            </a:prstGeom>
            <a:noFill/>
            <a:ln w="38100" cap="flat" cmpd="sng">
              <a:solidFill>
                <a:srgbClr val="3D85C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p2"/>
            <p:cNvCxnSpPr/>
            <p:nvPr/>
          </p:nvCxnSpPr>
          <p:spPr>
            <a:xfrm>
              <a:off x="3401369" y="4403475"/>
              <a:ext cx="5535900" cy="12300"/>
            </a:xfrm>
            <a:prstGeom prst="straightConnector1">
              <a:avLst/>
            </a:prstGeom>
            <a:noFill/>
            <a:ln w="38100" cap="flat" cmpd="sng">
              <a:solidFill>
                <a:srgbClr val="3D85C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5" name="Google Shape;135;p2"/>
          <p:cNvGrpSpPr/>
          <p:nvPr/>
        </p:nvGrpSpPr>
        <p:grpSpPr>
          <a:xfrm>
            <a:off x="2592444" y="584499"/>
            <a:ext cx="7388112" cy="1549239"/>
            <a:chOff x="2292699" y="618550"/>
            <a:chExt cx="6534175" cy="1239200"/>
          </a:xfrm>
        </p:grpSpPr>
        <p:pic>
          <p:nvPicPr>
            <p:cNvPr id="136" name="Google Shape;136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292699" y="877538"/>
              <a:ext cx="1256950" cy="717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91950" y="890125"/>
              <a:ext cx="2006050" cy="875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677175" y="798475"/>
              <a:ext cx="1149700" cy="1059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9" name="Google Shape;139;p2"/>
            <p:cNvCxnSpPr/>
            <p:nvPr/>
          </p:nvCxnSpPr>
          <p:spPr>
            <a:xfrm flipH="1">
              <a:off x="3913975" y="618550"/>
              <a:ext cx="37200" cy="113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2"/>
            <p:cNvCxnSpPr/>
            <p:nvPr/>
          </p:nvCxnSpPr>
          <p:spPr>
            <a:xfrm flipH="1">
              <a:off x="7106150" y="697979"/>
              <a:ext cx="37200" cy="113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>
            <a:spLocks noGrp="1"/>
          </p:cNvSpPr>
          <p:nvPr>
            <p:ph type="title"/>
          </p:nvPr>
        </p:nvSpPr>
        <p:spPr>
          <a:xfrm>
            <a:off x="1244877" y="303016"/>
            <a:ext cx="9702300" cy="6081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alibri"/>
              <a:buNone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ABDM -</a:t>
            </a:r>
            <a:r>
              <a:rPr lang="en-US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Registries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3"/>
          <p:cNvGrpSpPr/>
          <p:nvPr/>
        </p:nvGrpSpPr>
        <p:grpSpPr>
          <a:xfrm>
            <a:off x="8348058" y="4537590"/>
            <a:ext cx="3177921" cy="1033574"/>
            <a:chOff x="385141" y="1493523"/>
            <a:chExt cx="2383500" cy="775200"/>
          </a:xfrm>
        </p:grpSpPr>
        <p:sp>
          <p:nvSpPr>
            <p:cNvPr id="148" name="Google Shape;148;p3"/>
            <p:cNvSpPr/>
            <p:nvPr/>
          </p:nvSpPr>
          <p:spPr>
            <a:xfrm>
              <a:off x="385141" y="1493523"/>
              <a:ext cx="2383500" cy="775200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490315" y="1595838"/>
              <a:ext cx="562200" cy="562200"/>
            </a:xfrm>
            <a:prstGeom prst="ellipse">
              <a:avLst/>
            </a:prstGeom>
            <a:solidFill>
              <a:srgbClr val="8DA9DB"/>
            </a:solidFill>
            <a:ln w="25400" cap="flat" cmpd="sng">
              <a:solidFill>
                <a:srgbClr val="09804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 txBox="1"/>
            <p:nvPr/>
          </p:nvSpPr>
          <p:spPr>
            <a:xfrm>
              <a:off x="1091104" y="1743304"/>
              <a:ext cx="1503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Drugs Registry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552773" y="1707604"/>
              <a:ext cx="4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3"/>
          <p:cNvGrpSpPr/>
          <p:nvPr/>
        </p:nvGrpSpPr>
        <p:grpSpPr>
          <a:xfrm>
            <a:off x="8371984" y="1391432"/>
            <a:ext cx="3177921" cy="1033574"/>
            <a:chOff x="385141" y="1493523"/>
            <a:chExt cx="2383500" cy="775200"/>
          </a:xfrm>
        </p:grpSpPr>
        <p:sp>
          <p:nvSpPr>
            <p:cNvPr id="153" name="Google Shape;153;p3"/>
            <p:cNvSpPr/>
            <p:nvPr/>
          </p:nvSpPr>
          <p:spPr>
            <a:xfrm>
              <a:off x="385141" y="1493523"/>
              <a:ext cx="2383500" cy="775200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490315" y="1595838"/>
              <a:ext cx="562200" cy="562200"/>
            </a:xfrm>
            <a:prstGeom prst="ellipse">
              <a:avLst/>
            </a:prstGeom>
            <a:solidFill>
              <a:srgbClr val="8DA9DB"/>
            </a:solidFill>
            <a:ln w="25400" cap="flat" cmpd="sng">
              <a:solidFill>
                <a:srgbClr val="09804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1052529" y="1600595"/>
              <a:ext cx="15039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Health Facility Registry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"/>
            <p:cNvSpPr txBox="1"/>
            <p:nvPr/>
          </p:nvSpPr>
          <p:spPr>
            <a:xfrm>
              <a:off x="552773" y="1707604"/>
              <a:ext cx="4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3"/>
          <p:cNvGrpSpPr/>
          <p:nvPr/>
        </p:nvGrpSpPr>
        <p:grpSpPr>
          <a:xfrm>
            <a:off x="361108" y="1345794"/>
            <a:ext cx="3177921" cy="1033574"/>
            <a:chOff x="385141" y="1493523"/>
            <a:chExt cx="2383500" cy="775200"/>
          </a:xfrm>
        </p:grpSpPr>
        <p:sp>
          <p:nvSpPr>
            <p:cNvPr id="158" name="Google Shape;158;p3"/>
            <p:cNvSpPr/>
            <p:nvPr/>
          </p:nvSpPr>
          <p:spPr>
            <a:xfrm>
              <a:off x="385141" y="1493523"/>
              <a:ext cx="2383500" cy="775200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490315" y="1595838"/>
              <a:ext cx="562200" cy="562200"/>
            </a:xfrm>
            <a:prstGeom prst="ellipse">
              <a:avLst/>
            </a:prstGeom>
            <a:solidFill>
              <a:srgbClr val="8DA9DB"/>
            </a:solidFill>
            <a:ln w="25400" cap="flat" cmpd="sng">
              <a:solidFill>
                <a:srgbClr val="09804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 txBox="1"/>
            <p:nvPr/>
          </p:nvSpPr>
          <p:spPr>
            <a:xfrm>
              <a:off x="1047945" y="1738371"/>
              <a:ext cx="13962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ABHA Number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552773" y="1707604"/>
              <a:ext cx="4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2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3"/>
          <p:cNvSpPr/>
          <p:nvPr/>
        </p:nvSpPr>
        <p:spPr>
          <a:xfrm>
            <a:off x="3383720" y="4862613"/>
            <a:ext cx="259200" cy="25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332683" y="4509112"/>
            <a:ext cx="3206409" cy="1033574"/>
            <a:chOff x="385141" y="1493523"/>
            <a:chExt cx="2404867" cy="775200"/>
          </a:xfrm>
        </p:grpSpPr>
        <p:sp>
          <p:nvSpPr>
            <p:cNvPr id="164" name="Google Shape;164;p3"/>
            <p:cNvSpPr/>
            <p:nvPr/>
          </p:nvSpPr>
          <p:spPr>
            <a:xfrm>
              <a:off x="385141" y="1493523"/>
              <a:ext cx="2383500" cy="775200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490315" y="1595838"/>
              <a:ext cx="562200" cy="562200"/>
            </a:xfrm>
            <a:prstGeom prst="ellipse">
              <a:avLst/>
            </a:prstGeom>
            <a:solidFill>
              <a:srgbClr val="8DA9DB"/>
            </a:solidFill>
            <a:ln w="25400" cap="flat" cmpd="sng">
              <a:solidFill>
                <a:srgbClr val="09804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 txBox="1"/>
            <p:nvPr/>
          </p:nvSpPr>
          <p:spPr>
            <a:xfrm>
              <a:off x="1049408" y="1635137"/>
              <a:ext cx="17406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Healthcare Professional Registry</a:t>
              </a: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552773" y="1707604"/>
              <a:ext cx="4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3"/>
          <p:cNvSpPr/>
          <p:nvPr/>
        </p:nvSpPr>
        <p:spPr>
          <a:xfrm>
            <a:off x="3527243" y="1874491"/>
            <a:ext cx="1861503" cy="834855"/>
          </a:xfrm>
          <a:custGeom>
            <a:avLst/>
            <a:gdLst/>
            <a:ahLst/>
            <a:cxnLst/>
            <a:rect l="l" t="t" r="r" b="b"/>
            <a:pathLst>
              <a:path w="1397000" h="626533" extrusionOk="0">
                <a:moveTo>
                  <a:pt x="0" y="0"/>
                </a:moveTo>
                <a:lnTo>
                  <a:pt x="770467" y="0"/>
                </a:lnTo>
                <a:lnTo>
                  <a:pt x="1397000" y="626533"/>
                </a:lnTo>
              </a:path>
            </a:pathLst>
          </a:custGeom>
          <a:noFill/>
          <a:ln w="25400" cap="flat" cmpd="sng">
            <a:solidFill>
              <a:srgbClr val="E14124"/>
            </a:solidFill>
            <a:prstDash val="solid"/>
            <a:round/>
            <a:headEnd type="oval" w="med" len="med"/>
            <a:tailEnd type="oval" w="med" len="med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 flipH="1">
            <a:off x="6486555" y="1868873"/>
            <a:ext cx="1861503" cy="834855"/>
          </a:xfrm>
          <a:custGeom>
            <a:avLst/>
            <a:gdLst/>
            <a:ahLst/>
            <a:cxnLst/>
            <a:rect l="l" t="t" r="r" b="b"/>
            <a:pathLst>
              <a:path w="1397000" h="626533" extrusionOk="0">
                <a:moveTo>
                  <a:pt x="0" y="0"/>
                </a:moveTo>
                <a:lnTo>
                  <a:pt x="770467" y="0"/>
                </a:lnTo>
                <a:lnTo>
                  <a:pt x="1397000" y="626533"/>
                </a:lnTo>
              </a:path>
            </a:pathLst>
          </a:custGeom>
          <a:noFill/>
          <a:ln w="25400" cap="flat" cmpd="sng">
            <a:solidFill>
              <a:srgbClr val="E14124"/>
            </a:solidFill>
            <a:prstDash val="solid"/>
            <a:round/>
            <a:headEnd type="oval" w="med" len="med"/>
            <a:tailEnd type="oval" w="med" len="med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 rot="10800000">
            <a:off x="6474515" y="4160427"/>
            <a:ext cx="1861503" cy="834855"/>
          </a:xfrm>
          <a:custGeom>
            <a:avLst/>
            <a:gdLst/>
            <a:ahLst/>
            <a:cxnLst/>
            <a:rect l="l" t="t" r="r" b="b"/>
            <a:pathLst>
              <a:path w="1397000" h="626533" extrusionOk="0">
                <a:moveTo>
                  <a:pt x="0" y="0"/>
                </a:moveTo>
                <a:lnTo>
                  <a:pt x="770467" y="0"/>
                </a:lnTo>
                <a:lnTo>
                  <a:pt x="1397000" y="626533"/>
                </a:lnTo>
              </a:path>
            </a:pathLst>
          </a:custGeom>
          <a:noFill/>
          <a:ln w="25400" cap="flat" cmpd="sng">
            <a:solidFill>
              <a:srgbClr val="E14124"/>
            </a:solidFill>
            <a:prstDash val="solid"/>
            <a:round/>
            <a:headEnd type="oval" w="med" len="med"/>
            <a:tailEnd type="oval" w="med" len="med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 rot="10800000" flipH="1">
            <a:off x="3515203" y="4166045"/>
            <a:ext cx="1861503" cy="834855"/>
          </a:xfrm>
          <a:custGeom>
            <a:avLst/>
            <a:gdLst/>
            <a:ahLst/>
            <a:cxnLst/>
            <a:rect l="l" t="t" r="r" b="b"/>
            <a:pathLst>
              <a:path w="1397000" h="626533" extrusionOk="0">
                <a:moveTo>
                  <a:pt x="0" y="0"/>
                </a:moveTo>
                <a:lnTo>
                  <a:pt x="770467" y="0"/>
                </a:lnTo>
                <a:lnTo>
                  <a:pt x="1397000" y="626533"/>
                </a:lnTo>
              </a:path>
            </a:pathLst>
          </a:custGeom>
          <a:noFill/>
          <a:ln w="25400" cap="flat" cmpd="sng">
            <a:solidFill>
              <a:srgbClr val="E14124"/>
            </a:solidFill>
            <a:prstDash val="solid"/>
            <a:round/>
            <a:headEnd type="oval" w="med" len="med"/>
            <a:tailEnd type="oval" w="med" len="med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>
            <a:off x="4674764" y="2159625"/>
            <a:ext cx="2477938" cy="2477938"/>
            <a:chOff x="3718421" y="1560502"/>
            <a:chExt cx="1858500" cy="1858500"/>
          </a:xfrm>
        </p:grpSpPr>
        <p:grpSp>
          <p:nvGrpSpPr>
            <p:cNvPr id="173" name="Google Shape;173;p3"/>
            <p:cNvGrpSpPr/>
            <p:nvPr/>
          </p:nvGrpSpPr>
          <p:grpSpPr>
            <a:xfrm>
              <a:off x="3718421" y="1560502"/>
              <a:ext cx="1858500" cy="1858500"/>
              <a:chOff x="3659154" y="1560502"/>
              <a:chExt cx="1858500" cy="1858500"/>
            </a:xfrm>
          </p:grpSpPr>
          <p:sp>
            <p:nvSpPr>
              <p:cNvPr id="174" name="Google Shape;174;p3"/>
              <p:cNvSpPr/>
              <p:nvPr/>
            </p:nvSpPr>
            <p:spPr>
              <a:xfrm>
                <a:off x="3659154" y="1560502"/>
                <a:ext cx="1858500" cy="1858500"/>
              </a:xfrm>
              <a:prstGeom prst="ellipse">
                <a:avLst/>
              </a:prstGeom>
              <a:solidFill>
                <a:srgbClr val="E6E7E9"/>
              </a:solidFill>
              <a:ln>
                <a:noFill/>
              </a:ln>
            </p:spPr>
            <p:txBody>
              <a:bodyPr spcFirstLastPara="1" wrap="square" lIns="121900" tIns="60925" rIns="121900" bIns="60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3735460" y="1636808"/>
                <a:ext cx="1706100" cy="1706100"/>
              </a:xfrm>
              <a:prstGeom prst="ellipse">
                <a:avLst/>
              </a:prstGeom>
              <a:solidFill>
                <a:srgbClr val="F4F8F9"/>
              </a:solidFill>
              <a:ln>
                <a:noFill/>
              </a:ln>
            </p:spPr>
            <p:txBody>
              <a:bodyPr spcFirstLastPara="1" wrap="square" lIns="121900" tIns="60925" rIns="121900" bIns="60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6" name="Google Shape;176;p3"/>
            <p:cNvSpPr txBox="1"/>
            <p:nvPr/>
          </p:nvSpPr>
          <p:spPr>
            <a:xfrm>
              <a:off x="3977805" y="2172165"/>
              <a:ext cx="13506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5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ABDM Registries</a:t>
              </a:r>
              <a:endParaRPr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3"/>
          <p:cNvSpPr/>
          <p:nvPr/>
        </p:nvSpPr>
        <p:spPr>
          <a:xfrm>
            <a:off x="542419" y="2425765"/>
            <a:ext cx="3363600" cy="161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700"/>
              <a:buFont typeface="Calibri"/>
              <a:buChar char="•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14-digit unique identifier to create longitudinal health records of people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6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700"/>
              <a:buFont typeface="Calibri"/>
              <a:buChar char="•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Supported by ABHA App available on Android and iOS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574796" y="5685431"/>
            <a:ext cx="4446000" cy="7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700"/>
              <a:buFont typeface="Calibri"/>
              <a:buChar char="•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 of verified professionals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6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700"/>
              <a:buFont typeface="Calibri"/>
              <a:buChar char="•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14-digit unique No. to professionals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8371989" y="2543532"/>
            <a:ext cx="3575700" cy="7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700"/>
              <a:buFont typeface="Calibri"/>
              <a:buChar char="•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 of verified facilities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6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700"/>
              <a:buFont typeface="Calibri"/>
              <a:buChar char="•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12-digit unique No. to facilities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8350401" y="5641400"/>
            <a:ext cx="3211500" cy="1066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700"/>
              <a:buFont typeface="Calibri"/>
              <a:buChar char="•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 of verified drugs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6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4124"/>
              </a:buClr>
              <a:buSzPts val="1700"/>
              <a:buFont typeface="Calibri"/>
              <a:buChar char="•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code to each drug and strips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39d23ec815_3_2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88" name="Google Shape;188;g239d23ec815_3_20"/>
          <p:cNvSpPr txBox="1"/>
          <p:nvPr/>
        </p:nvSpPr>
        <p:spPr>
          <a:xfrm>
            <a:off x="228391" y="1653761"/>
            <a:ext cx="7854355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0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National Healthcare Providers Registry (NHPR) is a comprehensive repository of registered Healthcare Professional and Health Facility. </a:t>
            </a:r>
            <a:endParaRPr lang="en-US" sz="20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Healthcare professionals with different system of medicines (Modern medicine, Dentistry, Ayurveda, Unani, Siddha, Sowa-</a:t>
            </a:r>
            <a:r>
              <a:rPr lang="en-US" sz="2000" dirty="0" err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Rigpa</a:t>
            </a:r>
            <a:r>
              <a:rPr lang="en-US" sz="20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, Homeopathy) and Nurses practitioners delivering healthcare services across India.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Health Facilities </a:t>
            </a:r>
            <a:r>
              <a:rPr lang="en-US" sz="2000" dirty="0">
                <a:solidFill>
                  <a:srgbClr val="212529"/>
                </a:solidFill>
                <a:latin typeface="Roboto" panose="02000000000000000000" pitchFamily="2" charset="0"/>
              </a:rPr>
              <a:t>like </a:t>
            </a: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hospitals, clinics, diagnostic laboratories and imaging centers, pharmacies, blood banks, etc.</a:t>
            </a:r>
            <a:endParaRPr sz="2000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>
            <a:pPr marL="457188" marR="0" lvl="0" indent="-387338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20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9" name="Google Shape;189;g239d23ec815_3_20"/>
          <p:cNvPicPr preferRelativeResize="0"/>
          <p:nvPr/>
        </p:nvPicPr>
        <p:blipFill rotWithShape="1">
          <a:blip r:embed="rId3">
            <a:alphaModFix/>
          </a:blip>
          <a:srcRect l="54669"/>
          <a:stretch/>
        </p:blipFill>
        <p:spPr>
          <a:xfrm>
            <a:off x="8138316" y="118181"/>
            <a:ext cx="112901" cy="658368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239d23ec815_3_20"/>
          <p:cNvSpPr/>
          <p:nvPr/>
        </p:nvSpPr>
        <p:spPr>
          <a:xfrm>
            <a:off x="8389456" y="4154335"/>
            <a:ext cx="3212566" cy="2412861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This registry envisioned to serve as a single source of truth for information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g239d23ec815_3_20"/>
          <p:cNvGrpSpPr/>
          <p:nvPr/>
        </p:nvGrpSpPr>
        <p:grpSpPr>
          <a:xfrm>
            <a:off x="8389455" y="1165117"/>
            <a:ext cx="3154545" cy="2419983"/>
            <a:chOff x="1263845" y="3114306"/>
            <a:chExt cx="2668500" cy="2205900"/>
          </a:xfrm>
        </p:grpSpPr>
        <p:pic>
          <p:nvPicPr>
            <p:cNvPr id="193" name="Google Shape;193;g239d23ec815_3_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55837" y="3837241"/>
              <a:ext cx="714245" cy="5780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g239d23ec815_3_20" descr="Text, letter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53636" y="3172556"/>
              <a:ext cx="714245" cy="567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g239d23ec815_3_20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579864" y="3369072"/>
              <a:ext cx="579678" cy="4739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g239d23ec815_3_20" descr="Logo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506936" y="3919376"/>
              <a:ext cx="605811" cy="4739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g239d23ec815_3_2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71480" y="3995881"/>
              <a:ext cx="623045" cy="492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g239d23ec815_3_20" descr="Logo, company nam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070082" y="3350951"/>
              <a:ext cx="714245" cy="530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g239d23ec815_3_20" descr="A close-up of a logo&#10;&#10;Description automatically generated with low confidence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591381" y="4524549"/>
              <a:ext cx="626281" cy="574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g239d23ec815_3_20"/>
            <p:cNvSpPr/>
            <p:nvPr/>
          </p:nvSpPr>
          <p:spPr>
            <a:xfrm>
              <a:off x="1263845" y="3114306"/>
              <a:ext cx="2668500" cy="2205900"/>
            </a:xfrm>
            <a:prstGeom prst="roundRect">
              <a:avLst>
                <a:gd name="adj" fmla="val 9896"/>
              </a:avLst>
            </a:prstGeom>
            <a:noFill/>
            <a:ln w="12700" cap="flat" cmpd="sng">
              <a:solidFill>
                <a:srgbClr val="A5A5A5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1" name="Google Shape;201;g239d23ec815_3_20"/>
            <p:cNvPicPr preferRelativeResize="0"/>
            <p:nvPr/>
          </p:nvPicPr>
          <p:blipFill rotWithShape="1">
            <a:blip r:embed="rId11">
              <a:alphaModFix/>
            </a:blip>
            <a:srcRect t="9444" r="83533" b="61919"/>
            <a:stretch/>
          </p:blipFill>
          <p:spPr>
            <a:xfrm>
              <a:off x="2967881" y="4524549"/>
              <a:ext cx="587424" cy="5746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Rectangle 129">
            <a:extLst>
              <a:ext uri="{FF2B5EF4-FFF2-40B4-BE49-F238E27FC236}">
                <a16:creationId xmlns:a16="http://schemas.microsoft.com/office/drawing/2014/main" id="{11FCF224-B476-CF25-D154-062BB6AA094B}"/>
              </a:ext>
            </a:extLst>
          </p:cNvPr>
          <p:cNvSpPr/>
          <p:nvPr/>
        </p:nvSpPr>
        <p:spPr>
          <a:xfrm>
            <a:off x="747153" y="290804"/>
            <a:ext cx="10276114" cy="3696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2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EYInterstate Light" panose="02000506000000020004" pitchFamily="2" charset="0"/>
              </a:rPr>
              <a:t>National Healthcare Providers Registry (NHPR)</a:t>
            </a:r>
          </a:p>
        </p:txBody>
      </p:sp>
      <p:sp>
        <p:nvSpPr>
          <p:cNvPr id="5" name="Freeform 114">
            <a:extLst>
              <a:ext uri="{FF2B5EF4-FFF2-40B4-BE49-F238E27FC236}">
                <a16:creationId xmlns:a16="http://schemas.microsoft.com/office/drawing/2014/main" id="{71042E49-B4A3-FB53-7341-39E79BBCD663}"/>
              </a:ext>
            </a:extLst>
          </p:cNvPr>
          <p:cNvSpPr/>
          <p:nvPr/>
        </p:nvSpPr>
        <p:spPr>
          <a:xfrm>
            <a:off x="501504" y="898181"/>
            <a:ext cx="10974323" cy="0"/>
          </a:xfrm>
          <a:custGeom>
            <a:avLst/>
            <a:gdLst/>
            <a:ahLst/>
            <a:cxnLst/>
            <a:rect l="0" t="0" r="0" b="0"/>
            <a:pathLst>
              <a:path w="10974323">
                <a:moveTo>
                  <a:pt x="0" y="0"/>
                </a:moveTo>
                <a:lnTo>
                  <a:pt x="10974323" y="0"/>
                </a:lnTo>
              </a:path>
            </a:pathLst>
          </a:custGeom>
          <a:noFill/>
          <a:ln w="19050" cap="flat" cmpd="sng">
            <a:solidFill>
              <a:srgbClr val="FFE6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image4.jpeg">
            <a:extLst>
              <a:ext uri="{FF2B5EF4-FFF2-40B4-BE49-F238E27FC236}">
                <a16:creationId xmlns:a16="http://schemas.microsoft.com/office/drawing/2014/main" id="{697AF536-71D9-3E3A-F509-52C017CF5A73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9565224" y="2692551"/>
            <a:ext cx="740353" cy="7283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39d23ec815_3_4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08" name="Google Shape;208;g239d23ec815_3_41"/>
          <p:cNvSpPr txBox="1">
            <a:spLocks noGrp="1"/>
          </p:cNvSpPr>
          <p:nvPr>
            <p:ph type="title"/>
          </p:nvPr>
        </p:nvSpPr>
        <p:spPr>
          <a:xfrm>
            <a:off x="1244877" y="303016"/>
            <a:ext cx="9702300" cy="608100"/>
          </a:xfrm>
          <a:prstGeom prst="rect">
            <a:avLst/>
          </a:prstGeom>
          <a:solidFill>
            <a:srgbClr val="9FC5E8"/>
          </a:solidFill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NHPR Platform for?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239d23ec815_3_41"/>
          <p:cNvSpPr txBox="1">
            <a:spLocks noGrp="1"/>
          </p:cNvSpPr>
          <p:nvPr>
            <p:ph type="body" idx="4294967295"/>
          </p:nvPr>
        </p:nvSpPr>
        <p:spPr>
          <a:xfrm>
            <a:off x="1244877" y="1235289"/>
            <a:ext cx="9702300" cy="89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67"/>
              <a:buNone/>
            </a:pPr>
            <a:r>
              <a:rPr lang="en-US" sz="1867" dirty="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NHPR can include a broad range of Healthcare Professionals and Health Facility which are involved with health services delivery either directly or indirectly.</a:t>
            </a:r>
            <a:endParaRPr sz="1867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g239d23ec815_3_41"/>
          <p:cNvSpPr txBox="1"/>
          <p:nvPr/>
        </p:nvSpPr>
        <p:spPr>
          <a:xfrm>
            <a:off x="1657050" y="2091951"/>
            <a:ext cx="887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List of Healthcare Professional Categories</a:t>
            </a:r>
            <a:endParaRPr dirty="0"/>
          </a:p>
        </p:txBody>
      </p:sp>
      <p:graphicFrame>
        <p:nvGraphicFramePr>
          <p:cNvPr id="211" name="Google Shape;211;g239d23ec815_3_41"/>
          <p:cNvGraphicFramePr/>
          <p:nvPr>
            <p:extLst>
              <p:ext uri="{D42A27DB-BD31-4B8C-83A1-F6EECF244321}">
                <p14:modId xmlns:p14="http://schemas.microsoft.com/office/powerpoint/2010/main" val="1256319686"/>
              </p:ext>
            </p:extLst>
          </p:nvPr>
        </p:nvGraphicFramePr>
        <p:xfrm>
          <a:off x="1657050" y="2714444"/>
          <a:ext cx="8877800" cy="152707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887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Open Sans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Patient Facing HP Categories</a:t>
                      </a:r>
                      <a:endParaRPr sz="1600" b="1" u="none" strike="noStrike" cap="none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25" marR="121925" marT="60950" marB="60950" anchor="ctr">
                    <a:lnL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Open Sans"/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Doctors (Modern Medicine, Dentist, Ayurveda, Unani, Sowa-Rigpa, Sidha, Homeopathy)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25" marR="121925" marT="60950" marB="60950" anchor="ctr">
                    <a:lnL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Open Sans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Nursing Professionals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25" marR="121925" marT="60950" marB="60950" anchor="ctr">
                    <a:lnL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Google Shape;210;g239d23ec815_3_41">
            <a:extLst>
              <a:ext uri="{FF2B5EF4-FFF2-40B4-BE49-F238E27FC236}">
                <a16:creationId xmlns:a16="http://schemas.microsoft.com/office/drawing/2014/main" id="{035FDF7D-95D6-6A76-A025-5F4B43AF967B}"/>
              </a:ext>
            </a:extLst>
          </p:cNvPr>
          <p:cNvSpPr txBox="1"/>
          <p:nvPr/>
        </p:nvSpPr>
        <p:spPr>
          <a:xfrm>
            <a:off x="1656950" y="4503001"/>
            <a:ext cx="887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Heath Facility includes</a:t>
            </a:r>
            <a:endParaRPr dirty="0"/>
          </a:p>
        </p:txBody>
      </p:sp>
      <p:graphicFrame>
        <p:nvGraphicFramePr>
          <p:cNvPr id="3" name="Google Shape;211;g239d23ec815_3_41">
            <a:extLst>
              <a:ext uri="{FF2B5EF4-FFF2-40B4-BE49-F238E27FC236}">
                <a16:creationId xmlns:a16="http://schemas.microsoft.com/office/drawing/2014/main" id="{746BF215-8C5C-BB03-6338-8A6B37B980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630259"/>
              </p:ext>
            </p:extLst>
          </p:nvPr>
        </p:nvGraphicFramePr>
        <p:xfrm>
          <a:off x="1656950" y="5133784"/>
          <a:ext cx="8877800" cy="962217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887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5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Open Sans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Categories</a:t>
                      </a:r>
                      <a:endParaRPr sz="1600" b="1" u="none" strike="noStrike" cap="none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25" marR="121925" marT="60950" marB="60950" anchor="ctr">
                    <a:lnL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47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Open Sans"/>
                        <a:buNone/>
                      </a:pPr>
                      <a:r>
                        <a:rPr lang="en-US" sz="1600" b="0" i="0" dirty="0">
                          <a:solidFill>
                            <a:srgbClr val="212529"/>
                          </a:solidFill>
                          <a:effectLst/>
                          <a:latin typeface="Roboto" panose="02000000000000000000" pitchFamily="2" charset="0"/>
                        </a:rPr>
                        <a:t>Hospitals, clinics, diagnostic laboratories and imaging centers, pharmacies, blood banks, etc. 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21925" marR="121925" marT="60950" marB="60950" anchor="ctr">
                    <a:lnL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AB4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39d23ec815_3_5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9" name="Google Shape;219;g239d23ec815_3_58"/>
          <p:cNvSpPr txBox="1">
            <a:spLocks noGrp="1"/>
          </p:cNvSpPr>
          <p:nvPr>
            <p:ph type="title"/>
          </p:nvPr>
        </p:nvSpPr>
        <p:spPr>
          <a:xfrm>
            <a:off x="1244877" y="303016"/>
            <a:ext cx="9702300" cy="608100"/>
          </a:xfrm>
          <a:prstGeom prst="rect">
            <a:avLst/>
          </a:prstGeom>
          <a:solidFill>
            <a:srgbClr val="9FC5E8"/>
          </a:solidFill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NHPR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g239d23ec815_3_58"/>
          <p:cNvCxnSpPr/>
          <p:nvPr/>
        </p:nvCxnSpPr>
        <p:spPr>
          <a:xfrm>
            <a:off x="13712904" y="85031"/>
            <a:ext cx="0" cy="448200"/>
          </a:xfrm>
          <a:prstGeom prst="straightConnector1">
            <a:avLst/>
          </a:prstGeom>
          <a:noFill/>
          <a:ln w="12700" cap="flat" cmpd="sng">
            <a:solidFill>
              <a:srgbClr val="AEABA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1" name="Google Shape;221;g239d23ec815_3_58"/>
          <p:cNvSpPr/>
          <p:nvPr/>
        </p:nvSpPr>
        <p:spPr>
          <a:xfrm>
            <a:off x="248921" y="1287999"/>
            <a:ext cx="4830000" cy="442800"/>
          </a:xfrm>
          <a:prstGeom prst="roundRect">
            <a:avLst>
              <a:gd name="adj" fmla="val 16667"/>
            </a:avLst>
          </a:prstGeom>
          <a:solidFill>
            <a:srgbClr val="E1412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Existing Challenges</a:t>
            </a:r>
            <a:endParaRPr/>
          </a:p>
        </p:txBody>
      </p:sp>
      <p:sp>
        <p:nvSpPr>
          <p:cNvPr id="222" name="Google Shape;222;g239d23ec815_3_58"/>
          <p:cNvSpPr/>
          <p:nvPr/>
        </p:nvSpPr>
        <p:spPr>
          <a:xfrm>
            <a:off x="6247472" y="1290227"/>
            <a:ext cx="5304300" cy="442800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How NHPR Solves These Challenges</a:t>
            </a:r>
            <a:endParaRPr dirty="0"/>
          </a:p>
        </p:txBody>
      </p:sp>
      <p:sp>
        <p:nvSpPr>
          <p:cNvPr id="223" name="Google Shape;223;g239d23ec815_3_58"/>
          <p:cNvSpPr/>
          <p:nvPr/>
        </p:nvSpPr>
        <p:spPr>
          <a:xfrm>
            <a:off x="282102" y="2031761"/>
            <a:ext cx="4830000" cy="1531500"/>
          </a:xfrm>
          <a:prstGeom prst="roundRect">
            <a:avLst>
              <a:gd name="adj" fmla="val 7211"/>
            </a:avLst>
          </a:prstGeom>
          <a:solidFill>
            <a:schemeClr val="lt1"/>
          </a:solidFill>
          <a:ln w="19050" cap="flat" cmpd="sng">
            <a:solidFill>
              <a:srgbClr val="E1412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g239d23ec815_3_58"/>
          <p:cNvGrpSpPr/>
          <p:nvPr/>
        </p:nvGrpSpPr>
        <p:grpSpPr>
          <a:xfrm>
            <a:off x="6454408" y="1939562"/>
            <a:ext cx="5605939" cy="489988"/>
            <a:chOff x="5755694" y="3718566"/>
            <a:chExt cx="5167240" cy="367500"/>
          </a:xfrm>
        </p:grpSpPr>
        <p:sp>
          <p:nvSpPr>
            <p:cNvPr id="225" name="Google Shape;225;g239d23ec815_3_58"/>
            <p:cNvSpPr txBox="1"/>
            <p:nvPr/>
          </p:nvSpPr>
          <p:spPr>
            <a:xfrm>
              <a:off x="6239634" y="3735366"/>
              <a:ext cx="4683300" cy="2538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Covers both public and private – Doctor/Nurses</a:t>
              </a:r>
              <a:endParaRPr dirty="0"/>
            </a:p>
          </p:txBody>
        </p:sp>
        <p:sp>
          <p:nvSpPr>
            <p:cNvPr id="226" name="Google Shape;226;g239d23ec815_3_58"/>
            <p:cNvSpPr/>
            <p:nvPr/>
          </p:nvSpPr>
          <p:spPr>
            <a:xfrm>
              <a:off x="5755694" y="3718566"/>
              <a:ext cx="453300" cy="367500"/>
            </a:xfrm>
            <a:prstGeom prst="ellipse">
              <a:avLst/>
            </a:prstGeom>
            <a:solidFill>
              <a:srgbClr val="3D85C6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7" name="Google Shape;227;g239d23ec815_3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476" y="2053781"/>
            <a:ext cx="324199" cy="26154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39d23ec815_3_58"/>
          <p:cNvSpPr txBox="1"/>
          <p:nvPr/>
        </p:nvSpPr>
        <p:spPr>
          <a:xfrm>
            <a:off x="6990453" y="3531679"/>
            <a:ext cx="4804263" cy="338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Covers both public and private health facilities</a:t>
            </a:r>
            <a:endParaRPr dirty="0"/>
          </a:p>
        </p:txBody>
      </p:sp>
      <p:sp>
        <p:nvSpPr>
          <p:cNvPr id="229" name="Google Shape;229;g239d23ec815_3_58"/>
          <p:cNvSpPr/>
          <p:nvPr/>
        </p:nvSpPr>
        <p:spPr>
          <a:xfrm>
            <a:off x="6474366" y="3457716"/>
            <a:ext cx="487554" cy="487588"/>
          </a:xfrm>
          <a:prstGeom prst="ellipse">
            <a:avLst/>
          </a:prstGeom>
          <a:solidFill>
            <a:srgbClr val="3D85C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g239d23ec815_3_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9754" y="3457733"/>
            <a:ext cx="371965" cy="37403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239d23ec815_3_58"/>
          <p:cNvSpPr txBox="1"/>
          <p:nvPr/>
        </p:nvSpPr>
        <p:spPr>
          <a:xfrm>
            <a:off x="381671" y="2258922"/>
            <a:ext cx="45645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Not Universal - </a:t>
            </a:r>
            <a:r>
              <a:rPr lang="en-US" sz="1600" dirty="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No existing database in the country covers the entire set of healthcare professionals and Health Facilities comprehensive set of information</a:t>
            </a:r>
            <a:endParaRPr dirty="0"/>
          </a:p>
        </p:txBody>
      </p:sp>
      <p:cxnSp>
        <p:nvCxnSpPr>
          <p:cNvPr id="232" name="Google Shape;232;g239d23ec815_3_58"/>
          <p:cNvCxnSpPr>
            <a:cxnSpLocks/>
          </p:cNvCxnSpPr>
          <p:nvPr/>
        </p:nvCxnSpPr>
        <p:spPr>
          <a:xfrm>
            <a:off x="5112247" y="2926808"/>
            <a:ext cx="1547245" cy="0"/>
          </a:xfrm>
          <a:prstGeom prst="straightConnector1">
            <a:avLst/>
          </a:prstGeom>
          <a:noFill/>
          <a:ln w="15875" cap="rnd" cmpd="sng">
            <a:solidFill>
              <a:srgbClr val="3AB49D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3" name="Google Shape;233;g239d23ec815_3_58"/>
          <p:cNvSpPr txBox="1"/>
          <p:nvPr/>
        </p:nvSpPr>
        <p:spPr>
          <a:xfrm>
            <a:off x="6980164" y="5274813"/>
            <a:ext cx="4359345" cy="338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dirty="0">
                <a:sym typeface="Open Sans"/>
              </a:rPr>
              <a:t>Audit logs and versioning</a:t>
            </a:r>
            <a:endParaRPr dirty="0"/>
          </a:p>
        </p:txBody>
      </p:sp>
      <p:sp>
        <p:nvSpPr>
          <p:cNvPr id="234" name="Google Shape;234;g239d23ec815_3_58"/>
          <p:cNvSpPr/>
          <p:nvPr/>
        </p:nvSpPr>
        <p:spPr>
          <a:xfrm>
            <a:off x="6488319" y="5202860"/>
            <a:ext cx="487554" cy="487588"/>
          </a:xfrm>
          <a:prstGeom prst="ellipse">
            <a:avLst/>
          </a:prstGeom>
          <a:solidFill>
            <a:srgbClr val="3D85C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g239d23ec815_3_58"/>
          <p:cNvSpPr txBox="1"/>
          <p:nvPr/>
        </p:nvSpPr>
        <p:spPr>
          <a:xfrm>
            <a:off x="6971500" y="6129757"/>
            <a:ext cx="4359345" cy="338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 verified by Councils/Governing Bodies</a:t>
            </a:r>
            <a:endParaRPr/>
          </a:p>
        </p:txBody>
      </p:sp>
      <p:sp>
        <p:nvSpPr>
          <p:cNvPr id="236" name="Google Shape;236;g239d23ec815_3_58"/>
          <p:cNvSpPr/>
          <p:nvPr/>
        </p:nvSpPr>
        <p:spPr>
          <a:xfrm>
            <a:off x="6479655" y="6052596"/>
            <a:ext cx="487554" cy="487588"/>
          </a:xfrm>
          <a:prstGeom prst="ellipse">
            <a:avLst/>
          </a:prstGeom>
          <a:solidFill>
            <a:srgbClr val="3D85C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37" name="Google Shape;237;g239d23ec815_3_58"/>
          <p:cNvGrpSpPr/>
          <p:nvPr/>
        </p:nvGrpSpPr>
        <p:grpSpPr>
          <a:xfrm>
            <a:off x="6479673" y="4374020"/>
            <a:ext cx="4851189" cy="618787"/>
            <a:chOff x="6196395" y="3709826"/>
            <a:chExt cx="4471554" cy="464102"/>
          </a:xfrm>
        </p:grpSpPr>
        <p:sp>
          <p:nvSpPr>
            <p:cNvPr id="238" name="Google Shape;238;g239d23ec815_3_58"/>
            <p:cNvSpPr txBox="1"/>
            <p:nvPr/>
          </p:nvSpPr>
          <p:spPr>
            <a:xfrm>
              <a:off x="6649749" y="3735366"/>
              <a:ext cx="4018200" cy="438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updated by Users (Healthcare Professionals or Health Facility Managers)</a:t>
              </a:r>
              <a:endParaRPr dirty="0"/>
            </a:p>
          </p:txBody>
        </p:sp>
        <p:sp>
          <p:nvSpPr>
            <p:cNvPr id="239" name="Google Shape;239;g239d23ec815_3_58"/>
            <p:cNvSpPr/>
            <p:nvPr/>
          </p:nvSpPr>
          <p:spPr>
            <a:xfrm>
              <a:off x="6196395" y="3709826"/>
              <a:ext cx="449400" cy="365700"/>
            </a:xfrm>
            <a:prstGeom prst="ellipse">
              <a:avLst/>
            </a:prstGeom>
            <a:solidFill>
              <a:srgbClr val="3D85C6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40" name="Google Shape;240;g239d23ec815_3_58" descr="Ic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8111" y="4451022"/>
            <a:ext cx="310466" cy="30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239d23ec815_3_58" descr="Ico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3683" y="5319573"/>
            <a:ext cx="238655" cy="234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239d23ec815_3_58" descr="Icon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0437" y="6131933"/>
            <a:ext cx="325827" cy="3292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g239d23ec815_3_58"/>
          <p:cNvGrpSpPr/>
          <p:nvPr/>
        </p:nvGrpSpPr>
        <p:grpSpPr>
          <a:xfrm>
            <a:off x="248924" y="4799365"/>
            <a:ext cx="4830300" cy="1365166"/>
            <a:chOff x="189242" y="3329665"/>
            <a:chExt cx="4452300" cy="1023900"/>
          </a:xfrm>
        </p:grpSpPr>
        <p:sp>
          <p:nvSpPr>
            <p:cNvPr id="244" name="Google Shape;244;g239d23ec815_3_58"/>
            <p:cNvSpPr/>
            <p:nvPr/>
          </p:nvSpPr>
          <p:spPr>
            <a:xfrm>
              <a:off x="189242" y="3329665"/>
              <a:ext cx="4452300" cy="1023900"/>
            </a:xfrm>
            <a:prstGeom prst="roundRect">
              <a:avLst>
                <a:gd name="adj" fmla="val 7211"/>
              </a:avLst>
            </a:prstGeom>
            <a:solidFill>
              <a:schemeClr val="lt1"/>
            </a:solidFill>
            <a:ln w="19050" cap="flat" cmpd="sng">
              <a:solidFill>
                <a:srgbClr val="E14124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5" name="Google Shape;245;g239d23ec815_3_58"/>
            <p:cNvSpPr txBox="1"/>
            <p:nvPr/>
          </p:nvSpPr>
          <p:spPr>
            <a:xfrm>
              <a:off x="230302" y="3428975"/>
              <a:ext cx="4242300" cy="8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404040"/>
                  </a:solidFill>
                  <a:latin typeface="Open Sans"/>
                  <a:ea typeface="Open Sans"/>
                  <a:cs typeface="Open Sans"/>
                  <a:sym typeface="Open Sans"/>
                </a:rPr>
                <a:t>Lack of Trust &amp; Transparency </a:t>
              </a:r>
              <a:r>
                <a:rPr lang="en-US" sz="1600" dirty="0">
                  <a:solidFill>
                    <a:srgbClr val="404040"/>
                  </a:solidFill>
                  <a:latin typeface="Open Sans"/>
                  <a:ea typeface="Open Sans"/>
                  <a:cs typeface="Open Sans"/>
                  <a:sym typeface="Open Sans"/>
                </a:rPr>
                <a:t>- Data in existing registries is often unverified and not updated in real-time, making them significantly less usable</a:t>
              </a:r>
              <a:endParaRPr dirty="0"/>
            </a:p>
          </p:txBody>
        </p:sp>
      </p:grpSp>
      <p:cxnSp>
        <p:nvCxnSpPr>
          <p:cNvPr id="247" name="Google Shape;247;g239d23ec815_3_58"/>
          <p:cNvCxnSpPr/>
          <p:nvPr/>
        </p:nvCxnSpPr>
        <p:spPr>
          <a:xfrm>
            <a:off x="5081562" y="5485916"/>
            <a:ext cx="1404300" cy="0"/>
          </a:xfrm>
          <a:prstGeom prst="straightConnector1">
            <a:avLst/>
          </a:prstGeom>
          <a:noFill/>
          <a:ln w="15875" cap="rnd" cmpd="sng">
            <a:solidFill>
              <a:srgbClr val="3AB49D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8" name="Google Shape;248;g239d23ec815_3_58"/>
          <p:cNvSpPr/>
          <p:nvPr/>
        </p:nvSpPr>
        <p:spPr>
          <a:xfrm>
            <a:off x="6249272" y="4633400"/>
            <a:ext cx="236700" cy="1531500"/>
          </a:xfrm>
          <a:prstGeom prst="leftBracket">
            <a:avLst>
              <a:gd name="adj" fmla="val 87397"/>
            </a:avLst>
          </a:prstGeom>
          <a:noFill/>
          <a:ln w="15875" cap="rnd" cmpd="sng">
            <a:solidFill>
              <a:srgbClr val="3AB4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48;g239d23ec815_3_58">
            <a:extLst>
              <a:ext uri="{FF2B5EF4-FFF2-40B4-BE49-F238E27FC236}">
                <a16:creationId xmlns:a16="http://schemas.microsoft.com/office/drawing/2014/main" id="{4280CE3D-D89C-FE4E-BA3D-31283C9E5F8F}"/>
              </a:ext>
            </a:extLst>
          </p:cNvPr>
          <p:cNvSpPr/>
          <p:nvPr/>
        </p:nvSpPr>
        <p:spPr>
          <a:xfrm>
            <a:off x="6269152" y="2175120"/>
            <a:ext cx="236700" cy="1531500"/>
          </a:xfrm>
          <a:prstGeom prst="leftBracket">
            <a:avLst>
              <a:gd name="adj" fmla="val 87397"/>
            </a:avLst>
          </a:prstGeom>
          <a:noFill/>
          <a:ln w="15875" cap="rnd" cmpd="sng">
            <a:solidFill>
              <a:srgbClr val="3AB4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34;g239d23ec815_3_58">
            <a:extLst>
              <a:ext uri="{FF2B5EF4-FFF2-40B4-BE49-F238E27FC236}">
                <a16:creationId xmlns:a16="http://schemas.microsoft.com/office/drawing/2014/main" id="{E6553E7D-AEDB-F942-FA9C-7E4101E9FABD}"/>
              </a:ext>
            </a:extLst>
          </p:cNvPr>
          <p:cNvSpPr/>
          <p:nvPr/>
        </p:nvSpPr>
        <p:spPr>
          <a:xfrm>
            <a:off x="6468443" y="2665070"/>
            <a:ext cx="487554" cy="487588"/>
          </a:xfrm>
          <a:prstGeom prst="ellipse">
            <a:avLst/>
          </a:prstGeom>
          <a:solidFill>
            <a:srgbClr val="3D85C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" name="Google Shape;241;g239d23ec815_3_58" descr="Icon&#10;&#10;Description automatically generated">
            <a:extLst>
              <a:ext uri="{FF2B5EF4-FFF2-40B4-BE49-F238E27FC236}">
                <a16:creationId xmlns:a16="http://schemas.microsoft.com/office/drawing/2014/main" id="{86D8F3D6-A2C5-9C86-823E-4A184CFCFF2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3807" y="2781783"/>
            <a:ext cx="238655" cy="23411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33;g239d23ec815_3_58">
            <a:extLst>
              <a:ext uri="{FF2B5EF4-FFF2-40B4-BE49-F238E27FC236}">
                <a16:creationId xmlns:a16="http://schemas.microsoft.com/office/drawing/2014/main" id="{EE4F45C5-D8B5-AFB5-A776-C8CDC9BED19C}"/>
              </a:ext>
            </a:extLst>
          </p:cNvPr>
          <p:cNvSpPr txBox="1"/>
          <p:nvPr/>
        </p:nvSpPr>
        <p:spPr>
          <a:xfrm>
            <a:off x="7000044" y="2737019"/>
            <a:ext cx="4359345" cy="338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dirty="0">
                <a:sym typeface="Open Sans"/>
              </a:rPr>
              <a:t>Across all System of Medicine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reeform 114"/>
          <p:cNvSpPr/>
          <p:nvPr/>
        </p:nvSpPr>
        <p:spPr>
          <a:xfrm>
            <a:off x="501504" y="898181"/>
            <a:ext cx="10974323" cy="0"/>
          </a:xfrm>
          <a:custGeom>
            <a:avLst/>
            <a:gdLst/>
            <a:ahLst/>
            <a:cxnLst/>
            <a:rect l="0" t="0" r="0" b="0"/>
            <a:pathLst>
              <a:path w="10974323">
                <a:moveTo>
                  <a:pt x="0" y="0"/>
                </a:moveTo>
                <a:lnTo>
                  <a:pt x="10974323" y="0"/>
                </a:lnTo>
              </a:path>
            </a:pathLst>
          </a:custGeom>
          <a:noFill/>
          <a:ln w="19050" cap="flat" cmpd="sng">
            <a:solidFill>
              <a:srgbClr val="FFE6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" name="Rectangle 129"/>
          <p:cNvSpPr/>
          <p:nvPr/>
        </p:nvSpPr>
        <p:spPr>
          <a:xfrm>
            <a:off x="609600" y="273189"/>
            <a:ext cx="10276114" cy="3696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2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EYInterstate Light" panose="02000506000000020004" pitchFamily="2" charset="0"/>
              </a:rPr>
              <a:t>Benefits of NHPR</a:t>
            </a:r>
          </a:p>
        </p:txBody>
      </p:sp>
      <p:sp>
        <p:nvSpPr>
          <p:cNvPr id="131" name="Rectangle 131"/>
          <p:cNvSpPr/>
          <p:nvPr/>
        </p:nvSpPr>
        <p:spPr>
          <a:xfrm>
            <a:off x="0" y="-3810"/>
            <a:ext cx="1511632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1800" b="0" i="0" spc="0" baseline="0" dirty="0">
                <a:solidFill>
                  <a:srgbClr val="FFFFFF"/>
                </a:solidFill>
                <a:latin typeface="EYInterstate Light" panose="02000506000000020004" pitchFamily="2" charset="0"/>
              </a:rPr>
              <a:t>12 June 2023</a:t>
            </a:r>
          </a:p>
        </p:txBody>
      </p:sp>
      <p:sp>
        <p:nvSpPr>
          <p:cNvPr id="133" name="Rectangle 133"/>
          <p:cNvSpPr/>
          <p:nvPr/>
        </p:nvSpPr>
        <p:spPr>
          <a:xfrm>
            <a:off x="112699" y="-3810"/>
            <a:ext cx="591509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1800" b="0" i="0" spc="0" baseline="0" dirty="0">
                <a:solidFill>
                  <a:srgbClr val="FFFFFF"/>
                </a:solidFill>
                <a:latin typeface="EYInterstate Light" panose="02000506000000020004" pitchFamily="2" charset="0"/>
              </a:rPr>
              <a:t>age 2</a:t>
            </a:r>
          </a:p>
        </p:txBody>
      </p:sp>
      <p:sp>
        <p:nvSpPr>
          <p:cNvPr id="3" name="Freeform 2610">
            <a:extLst>
              <a:ext uri="{FF2B5EF4-FFF2-40B4-BE49-F238E27FC236}">
                <a16:creationId xmlns:a16="http://schemas.microsoft.com/office/drawing/2014/main" id="{EF3C6518-8B99-E81C-D20E-59431D19A5CD}"/>
              </a:ext>
            </a:extLst>
          </p:cNvPr>
          <p:cNvSpPr/>
          <p:nvPr/>
        </p:nvSpPr>
        <p:spPr>
          <a:xfrm>
            <a:off x="6359034" y="3661855"/>
            <a:ext cx="2380665" cy="2380665"/>
          </a:xfrm>
          <a:custGeom>
            <a:avLst/>
            <a:gdLst/>
            <a:ahLst/>
            <a:cxnLst/>
            <a:rect l="0" t="0" r="0" b="0"/>
            <a:pathLst>
              <a:path w="2380665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10" y="859332"/>
                </a:lnTo>
                <a:cubicBezTo>
                  <a:pt x="2380665" y="1041386"/>
                  <a:pt x="2380665" y="1339303"/>
                  <a:pt x="2198610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Freeform 2611">
            <a:extLst>
              <a:ext uri="{FF2B5EF4-FFF2-40B4-BE49-F238E27FC236}">
                <a16:creationId xmlns:a16="http://schemas.microsoft.com/office/drawing/2014/main" id="{467ED25E-5C3C-E285-6494-051BB79E74D2}"/>
              </a:ext>
            </a:extLst>
          </p:cNvPr>
          <p:cNvSpPr/>
          <p:nvPr/>
        </p:nvSpPr>
        <p:spPr>
          <a:xfrm>
            <a:off x="6400829" y="3602501"/>
            <a:ext cx="2380665" cy="2380677"/>
          </a:xfrm>
          <a:custGeom>
            <a:avLst/>
            <a:gdLst/>
            <a:ahLst/>
            <a:cxnLst/>
            <a:rect l="0" t="0" r="0" b="0"/>
            <a:pathLst>
              <a:path w="2380665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10" y="859345"/>
                </a:lnTo>
                <a:cubicBezTo>
                  <a:pt x="2380665" y="1041399"/>
                  <a:pt x="2380665" y="1339303"/>
                  <a:pt x="2198610" y="1521357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8F8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reeform 2612">
            <a:extLst>
              <a:ext uri="{FF2B5EF4-FFF2-40B4-BE49-F238E27FC236}">
                <a16:creationId xmlns:a16="http://schemas.microsoft.com/office/drawing/2014/main" id="{69A6192B-1FDF-DA34-7176-2C933D78E195}"/>
              </a:ext>
            </a:extLst>
          </p:cNvPr>
          <p:cNvSpPr/>
          <p:nvPr/>
        </p:nvSpPr>
        <p:spPr>
          <a:xfrm>
            <a:off x="6442628" y="3543158"/>
            <a:ext cx="2380665" cy="2380665"/>
          </a:xfrm>
          <a:custGeom>
            <a:avLst/>
            <a:gdLst/>
            <a:ahLst/>
            <a:cxnLst/>
            <a:rect l="0" t="0" r="0" b="0"/>
            <a:pathLst>
              <a:path w="2380665" h="2380665">
                <a:moveTo>
                  <a:pt x="859332" y="182054"/>
                </a:moveTo>
                <a:cubicBezTo>
                  <a:pt x="1041373" y="0"/>
                  <a:pt x="1339290" y="0"/>
                  <a:pt x="1521344" y="182054"/>
                </a:cubicBezTo>
                <a:lnTo>
                  <a:pt x="2198610" y="859332"/>
                </a:lnTo>
                <a:cubicBezTo>
                  <a:pt x="2380665" y="1041386"/>
                  <a:pt x="2380665" y="1339290"/>
                  <a:pt x="2198610" y="1521345"/>
                </a:cubicBezTo>
                <a:lnTo>
                  <a:pt x="1521344" y="2198610"/>
                </a:lnTo>
                <a:cubicBezTo>
                  <a:pt x="1339290" y="2380665"/>
                  <a:pt x="1041373" y="2380665"/>
                  <a:pt x="859320" y="2198610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41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7F7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Freeform 2613">
            <a:extLst>
              <a:ext uri="{FF2B5EF4-FFF2-40B4-BE49-F238E27FC236}">
                <a16:creationId xmlns:a16="http://schemas.microsoft.com/office/drawing/2014/main" id="{6BE4C7FD-4C43-7A60-3026-BF574F660759}"/>
              </a:ext>
            </a:extLst>
          </p:cNvPr>
          <p:cNvSpPr/>
          <p:nvPr/>
        </p:nvSpPr>
        <p:spPr>
          <a:xfrm>
            <a:off x="6484423" y="3483804"/>
            <a:ext cx="2380665" cy="2380665"/>
          </a:xfrm>
          <a:custGeom>
            <a:avLst/>
            <a:gdLst/>
            <a:ahLst/>
            <a:cxnLst/>
            <a:rect l="0" t="0" r="0" b="0"/>
            <a:pathLst>
              <a:path w="2380665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10" y="859332"/>
                </a:lnTo>
                <a:cubicBezTo>
                  <a:pt x="2380665" y="1041386"/>
                  <a:pt x="2380665" y="1339303"/>
                  <a:pt x="2198610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6F6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2614">
            <a:extLst>
              <a:ext uri="{FF2B5EF4-FFF2-40B4-BE49-F238E27FC236}">
                <a16:creationId xmlns:a16="http://schemas.microsoft.com/office/drawing/2014/main" id="{3D7FD566-2917-46FD-A6CA-FE0AEC67DCB0}"/>
              </a:ext>
            </a:extLst>
          </p:cNvPr>
          <p:cNvSpPr/>
          <p:nvPr/>
        </p:nvSpPr>
        <p:spPr>
          <a:xfrm>
            <a:off x="6526217" y="3424456"/>
            <a:ext cx="2380665" cy="2380665"/>
          </a:xfrm>
          <a:custGeom>
            <a:avLst/>
            <a:gdLst/>
            <a:ahLst/>
            <a:cxnLst/>
            <a:rect l="0" t="0" r="0" b="0"/>
            <a:pathLst>
              <a:path w="2380665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10" y="859332"/>
                </a:lnTo>
                <a:cubicBezTo>
                  <a:pt x="2380665" y="1041386"/>
                  <a:pt x="2380665" y="1339303"/>
                  <a:pt x="2198610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5F5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2615">
            <a:extLst>
              <a:ext uri="{FF2B5EF4-FFF2-40B4-BE49-F238E27FC236}">
                <a16:creationId xmlns:a16="http://schemas.microsoft.com/office/drawing/2014/main" id="{8899454C-0CA9-6965-AB33-0F5CE455DDF3}"/>
              </a:ext>
            </a:extLst>
          </p:cNvPr>
          <p:cNvSpPr/>
          <p:nvPr/>
        </p:nvSpPr>
        <p:spPr>
          <a:xfrm>
            <a:off x="6568011" y="3365102"/>
            <a:ext cx="2380665" cy="2380677"/>
          </a:xfrm>
          <a:custGeom>
            <a:avLst/>
            <a:gdLst/>
            <a:ahLst/>
            <a:cxnLst/>
            <a:rect l="0" t="0" r="0" b="0"/>
            <a:pathLst>
              <a:path w="2380665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65" y="1041399"/>
                  <a:pt x="2380665" y="1339303"/>
                  <a:pt x="2198623" y="1521357"/>
                </a:cubicBezTo>
                <a:lnTo>
                  <a:pt x="1521344" y="2198610"/>
                </a:lnTo>
                <a:cubicBezTo>
                  <a:pt x="1339290" y="2380677"/>
                  <a:pt x="1041386" y="2380677"/>
                  <a:pt x="859332" y="2198610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4F4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Freeform 2616">
            <a:extLst>
              <a:ext uri="{FF2B5EF4-FFF2-40B4-BE49-F238E27FC236}">
                <a16:creationId xmlns:a16="http://schemas.microsoft.com/office/drawing/2014/main" id="{1434A640-938A-B14B-047E-F5C558C3E6BC}"/>
              </a:ext>
            </a:extLst>
          </p:cNvPr>
          <p:cNvSpPr/>
          <p:nvPr/>
        </p:nvSpPr>
        <p:spPr>
          <a:xfrm>
            <a:off x="6609811" y="3305756"/>
            <a:ext cx="2380665" cy="2380665"/>
          </a:xfrm>
          <a:custGeom>
            <a:avLst/>
            <a:gdLst/>
            <a:ahLst/>
            <a:cxnLst/>
            <a:rect l="0" t="0" r="0" b="0"/>
            <a:pathLst>
              <a:path w="2380665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10" y="859332"/>
                </a:lnTo>
                <a:cubicBezTo>
                  <a:pt x="2380665" y="1041386"/>
                  <a:pt x="2380665" y="1339303"/>
                  <a:pt x="2198610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3F3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Freeform 2617">
            <a:extLst>
              <a:ext uri="{FF2B5EF4-FFF2-40B4-BE49-F238E27FC236}">
                <a16:creationId xmlns:a16="http://schemas.microsoft.com/office/drawing/2014/main" id="{32FBD020-6452-CDD3-CCC8-60A1CC828625}"/>
              </a:ext>
            </a:extLst>
          </p:cNvPr>
          <p:cNvSpPr/>
          <p:nvPr/>
        </p:nvSpPr>
        <p:spPr>
          <a:xfrm>
            <a:off x="6651606" y="3246404"/>
            <a:ext cx="2380665" cy="2380665"/>
          </a:xfrm>
          <a:custGeom>
            <a:avLst/>
            <a:gdLst/>
            <a:ahLst/>
            <a:cxnLst/>
            <a:rect l="0" t="0" r="0" b="0"/>
            <a:pathLst>
              <a:path w="2380665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10" y="859332"/>
                </a:lnTo>
                <a:cubicBezTo>
                  <a:pt x="2380665" y="1041386"/>
                  <a:pt x="2380665" y="1339303"/>
                  <a:pt x="2198610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2F2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Freeform 2625">
            <a:extLst>
              <a:ext uri="{FF2B5EF4-FFF2-40B4-BE49-F238E27FC236}">
                <a16:creationId xmlns:a16="http://schemas.microsoft.com/office/drawing/2014/main" id="{39674DD3-AD5A-A316-8567-0014270E1CAE}"/>
              </a:ext>
            </a:extLst>
          </p:cNvPr>
          <p:cNvSpPr/>
          <p:nvPr/>
        </p:nvSpPr>
        <p:spPr>
          <a:xfrm>
            <a:off x="3804679" y="3661855"/>
            <a:ext cx="2380677" cy="2380665"/>
          </a:xfrm>
          <a:custGeom>
            <a:avLst/>
            <a:gdLst/>
            <a:ahLst/>
            <a:cxnLst/>
            <a:rect l="0" t="0" r="0" b="0"/>
            <a:pathLst>
              <a:path w="2380677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Freeform 2626">
            <a:extLst>
              <a:ext uri="{FF2B5EF4-FFF2-40B4-BE49-F238E27FC236}">
                <a16:creationId xmlns:a16="http://schemas.microsoft.com/office/drawing/2014/main" id="{A8F39720-E12E-FCBD-AA0D-E55D38E8C26F}"/>
              </a:ext>
            </a:extLst>
          </p:cNvPr>
          <p:cNvSpPr/>
          <p:nvPr/>
        </p:nvSpPr>
        <p:spPr>
          <a:xfrm>
            <a:off x="3767063" y="3602501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45"/>
                </a:lnTo>
                <a:cubicBezTo>
                  <a:pt x="2380677" y="1041399"/>
                  <a:pt x="2380677" y="1339303"/>
                  <a:pt x="2198623" y="1521357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8F8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Freeform 2627">
            <a:extLst>
              <a:ext uri="{FF2B5EF4-FFF2-40B4-BE49-F238E27FC236}">
                <a16:creationId xmlns:a16="http://schemas.microsoft.com/office/drawing/2014/main" id="{1EE357B3-FCF2-5497-6D3B-4C671498BCA8}"/>
              </a:ext>
            </a:extLst>
          </p:cNvPr>
          <p:cNvSpPr/>
          <p:nvPr/>
        </p:nvSpPr>
        <p:spPr>
          <a:xfrm>
            <a:off x="3729446" y="3543158"/>
            <a:ext cx="2380677" cy="2380665"/>
          </a:xfrm>
          <a:custGeom>
            <a:avLst/>
            <a:gdLst/>
            <a:ahLst/>
            <a:cxnLst/>
            <a:rect l="0" t="0" r="0" b="0"/>
            <a:pathLst>
              <a:path w="2380677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7F7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Freeform 2628">
            <a:extLst>
              <a:ext uri="{FF2B5EF4-FFF2-40B4-BE49-F238E27FC236}">
                <a16:creationId xmlns:a16="http://schemas.microsoft.com/office/drawing/2014/main" id="{8818A2C8-DA72-5A88-D9A9-4462D82604E6}"/>
              </a:ext>
            </a:extLst>
          </p:cNvPr>
          <p:cNvSpPr/>
          <p:nvPr/>
        </p:nvSpPr>
        <p:spPr>
          <a:xfrm>
            <a:off x="3691830" y="3483804"/>
            <a:ext cx="2380677" cy="2380665"/>
          </a:xfrm>
          <a:custGeom>
            <a:avLst/>
            <a:gdLst/>
            <a:ahLst/>
            <a:cxnLst/>
            <a:rect l="0" t="0" r="0" b="0"/>
            <a:pathLst>
              <a:path w="2380677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6F6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Freeform 2629">
            <a:extLst>
              <a:ext uri="{FF2B5EF4-FFF2-40B4-BE49-F238E27FC236}">
                <a16:creationId xmlns:a16="http://schemas.microsoft.com/office/drawing/2014/main" id="{A8A85B8F-B377-645A-9DC9-A9B34FA3FF56}"/>
              </a:ext>
            </a:extLst>
          </p:cNvPr>
          <p:cNvSpPr/>
          <p:nvPr/>
        </p:nvSpPr>
        <p:spPr>
          <a:xfrm>
            <a:off x="3654215" y="3424456"/>
            <a:ext cx="2380677" cy="2380665"/>
          </a:xfrm>
          <a:custGeom>
            <a:avLst/>
            <a:gdLst/>
            <a:ahLst/>
            <a:cxnLst/>
            <a:rect l="0" t="0" r="0" b="0"/>
            <a:pathLst>
              <a:path w="2380677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5F5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Freeform 2630">
            <a:extLst>
              <a:ext uri="{FF2B5EF4-FFF2-40B4-BE49-F238E27FC236}">
                <a16:creationId xmlns:a16="http://schemas.microsoft.com/office/drawing/2014/main" id="{663E8CA9-AC50-F783-222D-67445BB818E6}"/>
              </a:ext>
            </a:extLst>
          </p:cNvPr>
          <p:cNvSpPr/>
          <p:nvPr/>
        </p:nvSpPr>
        <p:spPr>
          <a:xfrm>
            <a:off x="3616601" y="3365102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99"/>
                  <a:pt x="2380677" y="1339303"/>
                  <a:pt x="2198623" y="1521357"/>
                </a:cubicBezTo>
                <a:lnTo>
                  <a:pt x="1521344" y="2198610"/>
                </a:lnTo>
                <a:cubicBezTo>
                  <a:pt x="1339290" y="2380677"/>
                  <a:pt x="1041386" y="2380677"/>
                  <a:pt x="859332" y="2198610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4F4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Freeform 2631">
            <a:extLst>
              <a:ext uri="{FF2B5EF4-FFF2-40B4-BE49-F238E27FC236}">
                <a16:creationId xmlns:a16="http://schemas.microsoft.com/office/drawing/2014/main" id="{CAFBB18E-2913-2771-2DC7-FB0CB387FDB2}"/>
              </a:ext>
            </a:extLst>
          </p:cNvPr>
          <p:cNvSpPr/>
          <p:nvPr/>
        </p:nvSpPr>
        <p:spPr>
          <a:xfrm>
            <a:off x="3578980" y="3305756"/>
            <a:ext cx="2380677" cy="2380665"/>
          </a:xfrm>
          <a:custGeom>
            <a:avLst/>
            <a:gdLst/>
            <a:ahLst/>
            <a:cxnLst/>
            <a:rect l="0" t="0" r="0" b="0"/>
            <a:pathLst>
              <a:path w="2380677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3F3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Freeform 2632">
            <a:extLst>
              <a:ext uri="{FF2B5EF4-FFF2-40B4-BE49-F238E27FC236}">
                <a16:creationId xmlns:a16="http://schemas.microsoft.com/office/drawing/2014/main" id="{6CB82BC0-2379-2B3D-63ED-10A4C1893E27}"/>
              </a:ext>
            </a:extLst>
          </p:cNvPr>
          <p:cNvSpPr/>
          <p:nvPr/>
        </p:nvSpPr>
        <p:spPr>
          <a:xfrm>
            <a:off x="3541367" y="3246404"/>
            <a:ext cx="2380677" cy="2380665"/>
          </a:xfrm>
          <a:custGeom>
            <a:avLst/>
            <a:gdLst/>
            <a:ahLst/>
            <a:cxnLst/>
            <a:rect l="0" t="0" r="0" b="0"/>
            <a:pathLst>
              <a:path w="2380677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2F2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Freeform 2633">
            <a:extLst>
              <a:ext uri="{FF2B5EF4-FFF2-40B4-BE49-F238E27FC236}">
                <a16:creationId xmlns:a16="http://schemas.microsoft.com/office/drawing/2014/main" id="{A361FD68-72DE-CB3F-B009-F850AAE6C1AE}"/>
              </a:ext>
            </a:extLst>
          </p:cNvPr>
          <p:cNvSpPr/>
          <p:nvPr/>
        </p:nvSpPr>
        <p:spPr>
          <a:xfrm>
            <a:off x="5093580" y="2738011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" name="Freeform 2634">
            <a:extLst>
              <a:ext uri="{FF2B5EF4-FFF2-40B4-BE49-F238E27FC236}">
                <a16:creationId xmlns:a16="http://schemas.microsoft.com/office/drawing/2014/main" id="{F2ED404A-90D7-7F28-E761-4926EA5B7BAF}"/>
              </a:ext>
            </a:extLst>
          </p:cNvPr>
          <p:cNvSpPr/>
          <p:nvPr/>
        </p:nvSpPr>
        <p:spPr>
          <a:xfrm>
            <a:off x="5093580" y="2678663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EFE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Freeform 2635">
            <a:extLst>
              <a:ext uri="{FF2B5EF4-FFF2-40B4-BE49-F238E27FC236}">
                <a16:creationId xmlns:a16="http://schemas.microsoft.com/office/drawing/2014/main" id="{9F78DA09-FE71-AAE2-BB17-54409EA8D269}"/>
              </a:ext>
            </a:extLst>
          </p:cNvPr>
          <p:cNvSpPr/>
          <p:nvPr/>
        </p:nvSpPr>
        <p:spPr>
          <a:xfrm>
            <a:off x="5093580" y="2619309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DFD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Freeform 2636">
            <a:extLst>
              <a:ext uri="{FF2B5EF4-FFF2-40B4-BE49-F238E27FC236}">
                <a16:creationId xmlns:a16="http://schemas.microsoft.com/office/drawing/2014/main" id="{C2E673F0-4F16-6B21-B129-463E835CAE00}"/>
              </a:ext>
            </a:extLst>
          </p:cNvPr>
          <p:cNvSpPr/>
          <p:nvPr/>
        </p:nvSpPr>
        <p:spPr>
          <a:xfrm>
            <a:off x="5093580" y="2559960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CFC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" name="Freeform 2637">
            <a:extLst>
              <a:ext uri="{FF2B5EF4-FFF2-40B4-BE49-F238E27FC236}">
                <a16:creationId xmlns:a16="http://schemas.microsoft.com/office/drawing/2014/main" id="{AAFCFE28-5110-8548-0B7C-26B88E11CE06}"/>
              </a:ext>
            </a:extLst>
          </p:cNvPr>
          <p:cNvSpPr/>
          <p:nvPr/>
        </p:nvSpPr>
        <p:spPr>
          <a:xfrm>
            <a:off x="5093580" y="2500612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57" y="182054"/>
                </a:cubicBezTo>
                <a:lnTo>
                  <a:pt x="2198635" y="859332"/>
                </a:lnTo>
                <a:cubicBezTo>
                  <a:pt x="2380677" y="1041386"/>
                  <a:pt x="2380677" y="1339303"/>
                  <a:pt x="2198635" y="1521345"/>
                </a:cubicBezTo>
                <a:lnTo>
                  <a:pt x="1521357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BFB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Freeform 2638">
            <a:extLst>
              <a:ext uri="{FF2B5EF4-FFF2-40B4-BE49-F238E27FC236}">
                <a16:creationId xmlns:a16="http://schemas.microsoft.com/office/drawing/2014/main" id="{54D7F5BF-184A-D94E-94F6-9CE4DA30CC9D}"/>
              </a:ext>
            </a:extLst>
          </p:cNvPr>
          <p:cNvSpPr/>
          <p:nvPr/>
        </p:nvSpPr>
        <p:spPr>
          <a:xfrm>
            <a:off x="5093580" y="2441261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AFA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" name="Freeform 2639">
            <a:extLst>
              <a:ext uri="{FF2B5EF4-FFF2-40B4-BE49-F238E27FC236}">
                <a16:creationId xmlns:a16="http://schemas.microsoft.com/office/drawing/2014/main" id="{F338BEFC-FCFE-5444-C223-F3A7CC2C702D}"/>
              </a:ext>
            </a:extLst>
          </p:cNvPr>
          <p:cNvSpPr/>
          <p:nvPr/>
        </p:nvSpPr>
        <p:spPr>
          <a:xfrm>
            <a:off x="5093580" y="2381909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" name="Freeform 2640">
            <a:extLst>
              <a:ext uri="{FF2B5EF4-FFF2-40B4-BE49-F238E27FC236}">
                <a16:creationId xmlns:a16="http://schemas.microsoft.com/office/drawing/2014/main" id="{DD0EB9BF-1E8C-5C39-1C0C-44AA8DC2AFCC}"/>
              </a:ext>
            </a:extLst>
          </p:cNvPr>
          <p:cNvSpPr/>
          <p:nvPr/>
        </p:nvSpPr>
        <p:spPr>
          <a:xfrm>
            <a:off x="5093580" y="2322560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" name="Freeform 2641">
            <a:extLst>
              <a:ext uri="{FF2B5EF4-FFF2-40B4-BE49-F238E27FC236}">
                <a16:creationId xmlns:a16="http://schemas.microsoft.com/office/drawing/2014/main" id="{85FEA2E3-80AD-FF5A-1DC2-EBC554910E28}"/>
              </a:ext>
            </a:extLst>
          </p:cNvPr>
          <p:cNvSpPr/>
          <p:nvPr/>
        </p:nvSpPr>
        <p:spPr>
          <a:xfrm>
            <a:off x="5093580" y="2263212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8F8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" name="Freeform 2642">
            <a:extLst>
              <a:ext uri="{FF2B5EF4-FFF2-40B4-BE49-F238E27FC236}">
                <a16:creationId xmlns:a16="http://schemas.microsoft.com/office/drawing/2014/main" id="{ACC4193A-44E1-C83B-CD30-A5CBC33BED91}"/>
              </a:ext>
            </a:extLst>
          </p:cNvPr>
          <p:cNvSpPr/>
          <p:nvPr/>
        </p:nvSpPr>
        <p:spPr>
          <a:xfrm>
            <a:off x="5093580" y="2203861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7F7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Freeform 2643">
            <a:extLst>
              <a:ext uri="{FF2B5EF4-FFF2-40B4-BE49-F238E27FC236}">
                <a16:creationId xmlns:a16="http://schemas.microsoft.com/office/drawing/2014/main" id="{B655D88A-18A4-7E42-83BC-872B2C3B3E9D}"/>
              </a:ext>
            </a:extLst>
          </p:cNvPr>
          <p:cNvSpPr/>
          <p:nvPr/>
        </p:nvSpPr>
        <p:spPr>
          <a:xfrm>
            <a:off x="5093580" y="2144510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6F6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" name="Freeform 2644">
            <a:extLst>
              <a:ext uri="{FF2B5EF4-FFF2-40B4-BE49-F238E27FC236}">
                <a16:creationId xmlns:a16="http://schemas.microsoft.com/office/drawing/2014/main" id="{E3A92B86-C593-48BA-21A1-C4921B1CA7B1}"/>
              </a:ext>
            </a:extLst>
          </p:cNvPr>
          <p:cNvSpPr/>
          <p:nvPr/>
        </p:nvSpPr>
        <p:spPr>
          <a:xfrm>
            <a:off x="5093580" y="2085171"/>
            <a:ext cx="2380677" cy="2380664"/>
          </a:xfrm>
          <a:custGeom>
            <a:avLst/>
            <a:gdLst/>
            <a:ahLst/>
            <a:cxnLst/>
            <a:rect l="0" t="0" r="0" b="0"/>
            <a:pathLst>
              <a:path w="2380677" h="2380664">
                <a:moveTo>
                  <a:pt x="859332" y="182041"/>
                </a:moveTo>
                <a:cubicBezTo>
                  <a:pt x="1041386" y="0"/>
                  <a:pt x="1339290" y="0"/>
                  <a:pt x="1521344" y="182041"/>
                </a:cubicBezTo>
                <a:lnTo>
                  <a:pt x="2198623" y="859319"/>
                </a:lnTo>
                <a:cubicBezTo>
                  <a:pt x="2380677" y="1041373"/>
                  <a:pt x="2380677" y="1339290"/>
                  <a:pt x="2198623" y="1521332"/>
                </a:cubicBezTo>
                <a:lnTo>
                  <a:pt x="1521344" y="2198623"/>
                </a:lnTo>
                <a:cubicBezTo>
                  <a:pt x="1339290" y="2380664"/>
                  <a:pt x="1041386" y="2380664"/>
                  <a:pt x="859332" y="2198623"/>
                </a:cubicBezTo>
                <a:lnTo>
                  <a:pt x="182054" y="1521332"/>
                </a:lnTo>
                <a:cubicBezTo>
                  <a:pt x="0" y="1339277"/>
                  <a:pt x="0" y="1041373"/>
                  <a:pt x="182054" y="859319"/>
                </a:cubicBezTo>
                <a:close/>
                <a:moveTo>
                  <a:pt x="859332" y="182041"/>
                </a:moveTo>
              </a:path>
            </a:pathLst>
          </a:custGeom>
          <a:solidFill>
            <a:srgbClr val="F5F5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Freeform 2645">
            <a:extLst>
              <a:ext uri="{FF2B5EF4-FFF2-40B4-BE49-F238E27FC236}">
                <a16:creationId xmlns:a16="http://schemas.microsoft.com/office/drawing/2014/main" id="{9FBA4A14-0695-AFFE-0C74-120CC15CBAB0}"/>
              </a:ext>
            </a:extLst>
          </p:cNvPr>
          <p:cNvSpPr/>
          <p:nvPr/>
        </p:nvSpPr>
        <p:spPr>
          <a:xfrm>
            <a:off x="5093580" y="2025811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4F4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" name="Freeform 2646">
            <a:extLst>
              <a:ext uri="{FF2B5EF4-FFF2-40B4-BE49-F238E27FC236}">
                <a16:creationId xmlns:a16="http://schemas.microsoft.com/office/drawing/2014/main" id="{F3004495-6C99-1ABB-AFB4-DE5C977F3A47}"/>
              </a:ext>
            </a:extLst>
          </p:cNvPr>
          <p:cNvSpPr/>
          <p:nvPr/>
        </p:nvSpPr>
        <p:spPr>
          <a:xfrm>
            <a:off x="5093580" y="1966459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3F3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Freeform 2647">
            <a:extLst>
              <a:ext uri="{FF2B5EF4-FFF2-40B4-BE49-F238E27FC236}">
                <a16:creationId xmlns:a16="http://schemas.microsoft.com/office/drawing/2014/main" id="{20AAEC5A-5D0D-4A3D-F1EB-90F70E0B4DCD}"/>
              </a:ext>
            </a:extLst>
          </p:cNvPr>
          <p:cNvSpPr/>
          <p:nvPr/>
        </p:nvSpPr>
        <p:spPr>
          <a:xfrm>
            <a:off x="5093580" y="1907110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2F2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" name="Freeform 2648">
            <a:extLst>
              <a:ext uri="{FF2B5EF4-FFF2-40B4-BE49-F238E27FC236}">
                <a16:creationId xmlns:a16="http://schemas.microsoft.com/office/drawing/2014/main" id="{E7E3E007-AAA6-07AD-EC92-A5C1B9D14A74}"/>
              </a:ext>
            </a:extLst>
          </p:cNvPr>
          <p:cNvSpPr/>
          <p:nvPr/>
        </p:nvSpPr>
        <p:spPr>
          <a:xfrm>
            <a:off x="7583859" y="2738009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" name="Freeform 2649">
            <a:extLst>
              <a:ext uri="{FF2B5EF4-FFF2-40B4-BE49-F238E27FC236}">
                <a16:creationId xmlns:a16="http://schemas.microsoft.com/office/drawing/2014/main" id="{0C032263-86BE-C4B2-D50A-92DEB77C75FC}"/>
              </a:ext>
            </a:extLst>
          </p:cNvPr>
          <p:cNvSpPr/>
          <p:nvPr/>
        </p:nvSpPr>
        <p:spPr>
          <a:xfrm>
            <a:off x="7625654" y="2678659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EFE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" name="Freeform 2650">
            <a:extLst>
              <a:ext uri="{FF2B5EF4-FFF2-40B4-BE49-F238E27FC236}">
                <a16:creationId xmlns:a16="http://schemas.microsoft.com/office/drawing/2014/main" id="{F8918332-CFCD-DF71-7B71-9743F128710B}"/>
              </a:ext>
            </a:extLst>
          </p:cNvPr>
          <p:cNvSpPr/>
          <p:nvPr/>
        </p:nvSpPr>
        <p:spPr>
          <a:xfrm>
            <a:off x="7667448" y="2619306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DFD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Freeform 2651">
            <a:extLst>
              <a:ext uri="{FF2B5EF4-FFF2-40B4-BE49-F238E27FC236}">
                <a16:creationId xmlns:a16="http://schemas.microsoft.com/office/drawing/2014/main" id="{417B4A38-ED6A-D2C7-6CCA-068C3C70C24C}"/>
              </a:ext>
            </a:extLst>
          </p:cNvPr>
          <p:cNvSpPr/>
          <p:nvPr/>
        </p:nvSpPr>
        <p:spPr>
          <a:xfrm>
            <a:off x="7709248" y="2559958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CFC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" name="Freeform 2652">
            <a:extLst>
              <a:ext uri="{FF2B5EF4-FFF2-40B4-BE49-F238E27FC236}">
                <a16:creationId xmlns:a16="http://schemas.microsoft.com/office/drawing/2014/main" id="{9ED628E0-C064-42A4-517F-1F68C8798BE5}"/>
              </a:ext>
            </a:extLst>
          </p:cNvPr>
          <p:cNvSpPr/>
          <p:nvPr/>
        </p:nvSpPr>
        <p:spPr>
          <a:xfrm>
            <a:off x="7751047" y="2500612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86" y="0"/>
                  <a:pt x="1339303" y="0"/>
                  <a:pt x="1521345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45" y="2198623"/>
                </a:lnTo>
                <a:cubicBezTo>
                  <a:pt x="1339303" y="2380677"/>
                  <a:pt x="1041386" y="2380677"/>
                  <a:pt x="859333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42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BFB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Freeform 2653">
            <a:extLst>
              <a:ext uri="{FF2B5EF4-FFF2-40B4-BE49-F238E27FC236}">
                <a16:creationId xmlns:a16="http://schemas.microsoft.com/office/drawing/2014/main" id="{9B077A96-4CD2-C2E8-4B68-C1DA278DF67D}"/>
              </a:ext>
            </a:extLst>
          </p:cNvPr>
          <p:cNvSpPr/>
          <p:nvPr/>
        </p:nvSpPr>
        <p:spPr>
          <a:xfrm>
            <a:off x="7792842" y="2441258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36"/>
                </a:lnTo>
                <a:cubicBezTo>
                  <a:pt x="1339303" y="2380677"/>
                  <a:pt x="1041399" y="2380677"/>
                  <a:pt x="859333" y="2198636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42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AFA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" name="Freeform 2654">
            <a:extLst>
              <a:ext uri="{FF2B5EF4-FFF2-40B4-BE49-F238E27FC236}">
                <a16:creationId xmlns:a16="http://schemas.microsoft.com/office/drawing/2014/main" id="{FBB3A9AF-9B44-7536-AB4F-BF229523BE0F}"/>
              </a:ext>
            </a:extLst>
          </p:cNvPr>
          <p:cNvSpPr/>
          <p:nvPr/>
        </p:nvSpPr>
        <p:spPr>
          <a:xfrm>
            <a:off x="7834631" y="2381906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36" y="859345"/>
                </a:lnTo>
                <a:cubicBezTo>
                  <a:pt x="2380678" y="1041399"/>
                  <a:pt x="2380678" y="1339303"/>
                  <a:pt x="2198636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Freeform 2655">
            <a:extLst>
              <a:ext uri="{FF2B5EF4-FFF2-40B4-BE49-F238E27FC236}">
                <a16:creationId xmlns:a16="http://schemas.microsoft.com/office/drawing/2014/main" id="{CEF64EFB-3E75-2DBA-B0D9-1CECD56E3E28}"/>
              </a:ext>
            </a:extLst>
          </p:cNvPr>
          <p:cNvSpPr/>
          <p:nvPr/>
        </p:nvSpPr>
        <p:spPr>
          <a:xfrm>
            <a:off x="7876430" y="2322558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" name="Freeform 2656">
            <a:extLst>
              <a:ext uri="{FF2B5EF4-FFF2-40B4-BE49-F238E27FC236}">
                <a16:creationId xmlns:a16="http://schemas.microsoft.com/office/drawing/2014/main" id="{5151B5AE-D4EF-051E-F152-5F073E5456F2}"/>
              </a:ext>
            </a:extLst>
          </p:cNvPr>
          <p:cNvSpPr/>
          <p:nvPr/>
        </p:nvSpPr>
        <p:spPr>
          <a:xfrm>
            <a:off x="7918223" y="2263207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8F8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Freeform 2657">
            <a:extLst>
              <a:ext uri="{FF2B5EF4-FFF2-40B4-BE49-F238E27FC236}">
                <a16:creationId xmlns:a16="http://schemas.microsoft.com/office/drawing/2014/main" id="{FE12C9CD-8159-3462-F030-E53FCD439728}"/>
              </a:ext>
            </a:extLst>
          </p:cNvPr>
          <p:cNvSpPr/>
          <p:nvPr/>
        </p:nvSpPr>
        <p:spPr>
          <a:xfrm>
            <a:off x="7960018" y="2203858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16" y="0"/>
                  <a:pt x="1521357" y="182054"/>
                </a:cubicBezTo>
                <a:lnTo>
                  <a:pt x="2198636" y="859345"/>
                </a:lnTo>
                <a:cubicBezTo>
                  <a:pt x="2380678" y="1041399"/>
                  <a:pt x="2380678" y="1339303"/>
                  <a:pt x="2198636" y="1521357"/>
                </a:cubicBezTo>
                <a:lnTo>
                  <a:pt x="1521357" y="2198636"/>
                </a:lnTo>
                <a:cubicBezTo>
                  <a:pt x="1339316" y="2380677"/>
                  <a:pt x="1041399" y="2380677"/>
                  <a:pt x="859345" y="2198636"/>
                </a:cubicBezTo>
                <a:lnTo>
                  <a:pt x="182067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7F7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" name="Freeform 2658">
            <a:extLst>
              <a:ext uri="{FF2B5EF4-FFF2-40B4-BE49-F238E27FC236}">
                <a16:creationId xmlns:a16="http://schemas.microsoft.com/office/drawing/2014/main" id="{D77D6371-DB99-8C7D-A4F3-0A737FD9864D}"/>
              </a:ext>
            </a:extLst>
          </p:cNvPr>
          <p:cNvSpPr/>
          <p:nvPr/>
        </p:nvSpPr>
        <p:spPr>
          <a:xfrm>
            <a:off x="8001819" y="2144510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6F6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" name="Freeform 2659">
            <a:extLst>
              <a:ext uri="{FF2B5EF4-FFF2-40B4-BE49-F238E27FC236}">
                <a16:creationId xmlns:a16="http://schemas.microsoft.com/office/drawing/2014/main" id="{EF338037-418D-1FDC-AA23-750FA870C781}"/>
              </a:ext>
            </a:extLst>
          </p:cNvPr>
          <p:cNvSpPr/>
          <p:nvPr/>
        </p:nvSpPr>
        <p:spPr>
          <a:xfrm>
            <a:off x="8043613" y="2085158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36"/>
                </a:lnTo>
                <a:cubicBezTo>
                  <a:pt x="1339303" y="2380677"/>
                  <a:pt x="1041399" y="2380677"/>
                  <a:pt x="859345" y="2198636"/>
                </a:cubicBezTo>
                <a:lnTo>
                  <a:pt x="182054" y="1521345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5F5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" name="Freeform 2660">
            <a:extLst>
              <a:ext uri="{FF2B5EF4-FFF2-40B4-BE49-F238E27FC236}">
                <a16:creationId xmlns:a16="http://schemas.microsoft.com/office/drawing/2014/main" id="{55F280D8-ED93-BE45-3AE1-FDD34EB1E1AB}"/>
              </a:ext>
            </a:extLst>
          </p:cNvPr>
          <p:cNvSpPr/>
          <p:nvPr/>
        </p:nvSpPr>
        <p:spPr>
          <a:xfrm>
            <a:off x="8085400" y="2025807"/>
            <a:ext cx="2380691" cy="2380677"/>
          </a:xfrm>
          <a:custGeom>
            <a:avLst/>
            <a:gdLst/>
            <a:ahLst/>
            <a:cxnLst/>
            <a:rect l="0" t="0" r="0" b="0"/>
            <a:pathLst>
              <a:path w="2380691" h="2380677">
                <a:moveTo>
                  <a:pt x="859358" y="182054"/>
                </a:moveTo>
                <a:cubicBezTo>
                  <a:pt x="1041399" y="0"/>
                  <a:pt x="1339316" y="0"/>
                  <a:pt x="1521358" y="182054"/>
                </a:cubicBezTo>
                <a:lnTo>
                  <a:pt x="2198636" y="859345"/>
                </a:lnTo>
                <a:cubicBezTo>
                  <a:pt x="2380691" y="1041399"/>
                  <a:pt x="2380691" y="1339303"/>
                  <a:pt x="2198636" y="1521357"/>
                </a:cubicBezTo>
                <a:lnTo>
                  <a:pt x="1521358" y="2198623"/>
                </a:lnTo>
                <a:cubicBezTo>
                  <a:pt x="1339316" y="2380677"/>
                  <a:pt x="1041399" y="2380677"/>
                  <a:pt x="859346" y="2198623"/>
                </a:cubicBezTo>
                <a:lnTo>
                  <a:pt x="182067" y="1521357"/>
                </a:lnTo>
                <a:cubicBezTo>
                  <a:pt x="0" y="1339303"/>
                  <a:pt x="0" y="1041399"/>
                  <a:pt x="182067" y="859345"/>
                </a:cubicBezTo>
                <a:close/>
                <a:moveTo>
                  <a:pt x="859358" y="182054"/>
                </a:moveTo>
              </a:path>
            </a:pathLst>
          </a:custGeom>
          <a:solidFill>
            <a:srgbClr val="F4F4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" name="Freeform 2661">
            <a:extLst>
              <a:ext uri="{FF2B5EF4-FFF2-40B4-BE49-F238E27FC236}">
                <a16:creationId xmlns:a16="http://schemas.microsoft.com/office/drawing/2014/main" id="{D2DD1332-4CEC-5D00-D844-BF6B703C9285}"/>
              </a:ext>
            </a:extLst>
          </p:cNvPr>
          <p:cNvSpPr/>
          <p:nvPr/>
        </p:nvSpPr>
        <p:spPr>
          <a:xfrm>
            <a:off x="8127207" y="1966456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3F3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" name="Freeform 2662">
            <a:extLst>
              <a:ext uri="{FF2B5EF4-FFF2-40B4-BE49-F238E27FC236}">
                <a16:creationId xmlns:a16="http://schemas.microsoft.com/office/drawing/2014/main" id="{624AA1DB-5697-C865-6066-C0CCD7B18B88}"/>
              </a:ext>
            </a:extLst>
          </p:cNvPr>
          <p:cNvSpPr/>
          <p:nvPr/>
        </p:nvSpPr>
        <p:spPr>
          <a:xfrm>
            <a:off x="8169002" y="1907108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2F2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" name="Freeform 2663">
            <a:extLst>
              <a:ext uri="{FF2B5EF4-FFF2-40B4-BE49-F238E27FC236}">
                <a16:creationId xmlns:a16="http://schemas.microsoft.com/office/drawing/2014/main" id="{D27BD7D7-6AAE-2FD1-C363-34290210EA95}"/>
              </a:ext>
            </a:extLst>
          </p:cNvPr>
          <p:cNvSpPr/>
          <p:nvPr/>
        </p:nvSpPr>
        <p:spPr>
          <a:xfrm>
            <a:off x="2609100" y="2738011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" name="Freeform 2664">
            <a:extLst>
              <a:ext uri="{FF2B5EF4-FFF2-40B4-BE49-F238E27FC236}">
                <a16:creationId xmlns:a16="http://schemas.microsoft.com/office/drawing/2014/main" id="{B9D3017E-31DE-2D59-DC69-C29F8F538FDE}"/>
              </a:ext>
            </a:extLst>
          </p:cNvPr>
          <p:cNvSpPr/>
          <p:nvPr/>
        </p:nvSpPr>
        <p:spPr>
          <a:xfrm>
            <a:off x="2567303" y="2678663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EFE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" name="Freeform 2665">
            <a:extLst>
              <a:ext uri="{FF2B5EF4-FFF2-40B4-BE49-F238E27FC236}">
                <a16:creationId xmlns:a16="http://schemas.microsoft.com/office/drawing/2014/main" id="{70A7798A-E3EA-9002-15DB-0492D2588E18}"/>
              </a:ext>
            </a:extLst>
          </p:cNvPr>
          <p:cNvSpPr/>
          <p:nvPr/>
        </p:nvSpPr>
        <p:spPr>
          <a:xfrm>
            <a:off x="2525506" y="2619309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DFD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" name="Freeform 2666">
            <a:extLst>
              <a:ext uri="{FF2B5EF4-FFF2-40B4-BE49-F238E27FC236}">
                <a16:creationId xmlns:a16="http://schemas.microsoft.com/office/drawing/2014/main" id="{72E88DBF-F94B-C2D2-45A6-BE9DFDC8F7E1}"/>
              </a:ext>
            </a:extLst>
          </p:cNvPr>
          <p:cNvSpPr/>
          <p:nvPr/>
        </p:nvSpPr>
        <p:spPr>
          <a:xfrm>
            <a:off x="2483712" y="2559960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CFC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" name="Freeform 2667">
            <a:extLst>
              <a:ext uri="{FF2B5EF4-FFF2-40B4-BE49-F238E27FC236}">
                <a16:creationId xmlns:a16="http://schemas.microsoft.com/office/drawing/2014/main" id="{40CDE675-8771-A32C-69EA-AA0405DAA8DD}"/>
              </a:ext>
            </a:extLst>
          </p:cNvPr>
          <p:cNvSpPr/>
          <p:nvPr/>
        </p:nvSpPr>
        <p:spPr>
          <a:xfrm>
            <a:off x="2441917" y="2500612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BFB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Freeform 2668">
            <a:extLst>
              <a:ext uri="{FF2B5EF4-FFF2-40B4-BE49-F238E27FC236}">
                <a16:creationId xmlns:a16="http://schemas.microsoft.com/office/drawing/2014/main" id="{63586145-E70B-9528-093D-9ACB85AA9E47}"/>
              </a:ext>
            </a:extLst>
          </p:cNvPr>
          <p:cNvSpPr/>
          <p:nvPr/>
        </p:nvSpPr>
        <p:spPr>
          <a:xfrm>
            <a:off x="2400120" y="2441261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AFA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" name="Freeform 2669">
            <a:extLst>
              <a:ext uri="{FF2B5EF4-FFF2-40B4-BE49-F238E27FC236}">
                <a16:creationId xmlns:a16="http://schemas.microsoft.com/office/drawing/2014/main" id="{29354A53-36CC-4C7E-4C73-181745EBBD9D}"/>
              </a:ext>
            </a:extLst>
          </p:cNvPr>
          <p:cNvSpPr/>
          <p:nvPr/>
        </p:nvSpPr>
        <p:spPr>
          <a:xfrm>
            <a:off x="2358323" y="2381909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" name="Freeform 2670">
            <a:extLst>
              <a:ext uri="{FF2B5EF4-FFF2-40B4-BE49-F238E27FC236}">
                <a16:creationId xmlns:a16="http://schemas.microsoft.com/office/drawing/2014/main" id="{1FB78A57-BDE4-A449-8B42-7C695F34BE26}"/>
              </a:ext>
            </a:extLst>
          </p:cNvPr>
          <p:cNvSpPr/>
          <p:nvPr/>
        </p:nvSpPr>
        <p:spPr>
          <a:xfrm>
            <a:off x="2316529" y="2322560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" name="Freeform 2671">
            <a:extLst>
              <a:ext uri="{FF2B5EF4-FFF2-40B4-BE49-F238E27FC236}">
                <a16:creationId xmlns:a16="http://schemas.microsoft.com/office/drawing/2014/main" id="{E8BA0D74-2C09-2FD3-2F9B-CE93C14060B8}"/>
              </a:ext>
            </a:extLst>
          </p:cNvPr>
          <p:cNvSpPr/>
          <p:nvPr/>
        </p:nvSpPr>
        <p:spPr>
          <a:xfrm>
            <a:off x="2274732" y="2263212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8F8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" name="Freeform 2672">
            <a:extLst>
              <a:ext uri="{FF2B5EF4-FFF2-40B4-BE49-F238E27FC236}">
                <a16:creationId xmlns:a16="http://schemas.microsoft.com/office/drawing/2014/main" id="{35B175B5-B28E-1674-21BB-66B45FC74020}"/>
              </a:ext>
            </a:extLst>
          </p:cNvPr>
          <p:cNvSpPr/>
          <p:nvPr/>
        </p:nvSpPr>
        <p:spPr>
          <a:xfrm>
            <a:off x="2232938" y="2203861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73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73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7F7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" name="Freeform 2673">
            <a:extLst>
              <a:ext uri="{FF2B5EF4-FFF2-40B4-BE49-F238E27FC236}">
                <a16:creationId xmlns:a16="http://schemas.microsoft.com/office/drawing/2014/main" id="{C2DDB49E-261F-4592-0EEB-1C97FDBE9280}"/>
              </a:ext>
            </a:extLst>
          </p:cNvPr>
          <p:cNvSpPr/>
          <p:nvPr/>
        </p:nvSpPr>
        <p:spPr>
          <a:xfrm>
            <a:off x="2191141" y="2144510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6F6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" name="Freeform 2674">
            <a:extLst>
              <a:ext uri="{FF2B5EF4-FFF2-40B4-BE49-F238E27FC236}">
                <a16:creationId xmlns:a16="http://schemas.microsoft.com/office/drawing/2014/main" id="{041C613D-4042-CF28-49DA-3661D58581E5}"/>
              </a:ext>
            </a:extLst>
          </p:cNvPr>
          <p:cNvSpPr/>
          <p:nvPr/>
        </p:nvSpPr>
        <p:spPr>
          <a:xfrm>
            <a:off x="2149346" y="2085171"/>
            <a:ext cx="2380677" cy="2380664"/>
          </a:xfrm>
          <a:custGeom>
            <a:avLst/>
            <a:gdLst/>
            <a:ahLst/>
            <a:cxnLst/>
            <a:rect l="0" t="0" r="0" b="0"/>
            <a:pathLst>
              <a:path w="2380677" h="2380664">
                <a:moveTo>
                  <a:pt x="859332" y="182041"/>
                </a:moveTo>
                <a:cubicBezTo>
                  <a:pt x="1041386" y="0"/>
                  <a:pt x="1339290" y="0"/>
                  <a:pt x="1521344" y="182041"/>
                </a:cubicBezTo>
                <a:lnTo>
                  <a:pt x="2198623" y="859319"/>
                </a:lnTo>
                <a:cubicBezTo>
                  <a:pt x="2380677" y="1041373"/>
                  <a:pt x="2380677" y="1339277"/>
                  <a:pt x="2198623" y="1521332"/>
                </a:cubicBezTo>
                <a:lnTo>
                  <a:pt x="1521344" y="2198623"/>
                </a:lnTo>
                <a:cubicBezTo>
                  <a:pt x="1339290" y="2380664"/>
                  <a:pt x="1041386" y="2380664"/>
                  <a:pt x="859332" y="2198623"/>
                </a:cubicBezTo>
                <a:lnTo>
                  <a:pt x="182054" y="1521332"/>
                </a:lnTo>
                <a:cubicBezTo>
                  <a:pt x="0" y="1339290"/>
                  <a:pt x="0" y="1041373"/>
                  <a:pt x="182054" y="859319"/>
                </a:cubicBezTo>
                <a:close/>
                <a:moveTo>
                  <a:pt x="859332" y="182041"/>
                </a:moveTo>
              </a:path>
            </a:pathLst>
          </a:custGeom>
          <a:solidFill>
            <a:srgbClr val="F5F5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" name="Freeform 2675">
            <a:extLst>
              <a:ext uri="{FF2B5EF4-FFF2-40B4-BE49-F238E27FC236}">
                <a16:creationId xmlns:a16="http://schemas.microsoft.com/office/drawing/2014/main" id="{8C74CF55-3BF7-165F-C860-F24FFCF24FCF}"/>
              </a:ext>
            </a:extLst>
          </p:cNvPr>
          <p:cNvSpPr/>
          <p:nvPr/>
        </p:nvSpPr>
        <p:spPr>
          <a:xfrm>
            <a:off x="2107549" y="2025811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4F4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" name="Freeform 2676">
            <a:extLst>
              <a:ext uri="{FF2B5EF4-FFF2-40B4-BE49-F238E27FC236}">
                <a16:creationId xmlns:a16="http://schemas.microsoft.com/office/drawing/2014/main" id="{EAE9134E-B0B5-44D3-A929-7082F6751DE0}"/>
              </a:ext>
            </a:extLst>
          </p:cNvPr>
          <p:cNvSpPr/>
          <p:nvPr/>
        </p:nvSpPr>
        <p:spPr>
          <a:xfrm>
            <a:off x="2065755" y="1966459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3F3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" name="Freeform 2677">
            <a:extLst>
              <a:ext uri="{FF2B5EF4-FFF2-40B4-BE49-F238E27FC236}">
                <a16:creationId xmlns:a16="http://schemas.microsoft.com/office/drawing/2014/main" id="{C0D50F4A-7EA8-1072-38EE-48819BC611E1}"/>
              </a:ext>
            </a:extLst>
          </p:cNvPr>
          <p:cNvSpPr/>
          <p:nvPr/>
        </p:nvSpPr>
        <p:spPr>
          <a:xfrm>
            <a:off x="2023958" y="1907110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2F2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Freeform 2678">
            <a:extLst>
              <a:ext uri="{FF2B5EF4-FFF2-40B4-BE49-F238E27FC236}">
                <a16:creationId xmlns:a16="http://schemas.microsoft.com/office/drawing/2014/main" id="{D8CC2486-86B6-351E-95B6-0AE203C88ACB}"/>
              </a:ext>
            </a:extLst>
          </p:cNvPr>
          <p:cNvSpPr/>
          <p:nvPr/>
        </p:nvSpPr>
        <p:spPr>
          <a:xfrm>
            <a:off x="6651606" y="3246404"/>
            <a:ext cx="2380665" cy="2380665"/>
          </a:xfrm>
          <a:custGeom>
            <a:avLst/>
            <a:gdLst/>
            <a:ahLst/>
            <a:cxnLst/>
            <a:rect l="0" t="0" r="0" b="0"/>
            <a:pathLst>
              <a:path w="2380665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10" y="859332"/>
                </a:lnTo>
                <a:cubicBezTo>
                  <a:pt x="2380665" y="1041386"/>
                  <a:pt x="2380665" y="1339303"/>
                  <a:pt x="2198610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2F2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" name="Freeform 2679">
            <a:extLst>
              <a:ext uri="{FF2B5EF4-FFF2-40B4-BE49-F238E27FC236}">
                <a16:creationId xmlns:a16="http://schemas.microsoft.com/office/drawing/2014/main" id="{7D3665D0-AC89-C17F-49E2-5C67BC0FED42}"/>
              </a:ext>
            </a:extLst>
          </p:cNvPr>
          <p:cNvSpPr/>
          <p:nvPr/>
        </p:nvSpPr>
        <p:spPr>
          <a:xfrm>
            <a:off x="6708824" y="3303628"/>
            <a:ext cx="2311082" cy="2266226"/>
          </a:xfrm>
          <a:custGeom>
            <a:avLst/>
            <a:gdLst/>
            <a:ahLst/>
            <a:cxnLst/>
            <a:rect l="0" t="0" r="0" b="0"/>
            <a:pathLst>
              <a:path w="2311082" h="2266226">
                <a:moveTo>
                  <a:pt x="1133119" y="2266226"/>
                </a:moveTo>
                <a:cubicBezTo>
                  <a:pt x="1010844" y="2266226"/>
                  <a:pt x="896226" y="2218957"/>
                  <a:pt x="810387" y="2133118"/>
                </a:cubicBezTo>
                <a:lnTo>
                  <a:pt x="133109" y="1455852"/>
                </a:lnTo>
                <a:cubicBezTo>
                  <a:pt x="47269" y="1370013"/>
                  <a:pt x="0" y="1255395"/>
                  <a:pt x="0" y="1133120"/>
                </a:cubicBezTo>
                <a:cubicBezTo>
                  <a:pt x="0" y="1010844"/>
                  <a:pt x="47269" y="896227"/>
                  <a:pt x="133109" y="810387"/>
                </a:cubicBezTo>
                <a:lnTo>
                  <a:pt x="810387" y="133109"/>
                </a:lnTo>
                <a:cubicBezTo>
                  <a:pt x="896226" y="47270"/>
                  <a:pt x="1010844" y="0"/>
                  <a:pt x="1133119" y="0"/>
                </a:cubicBezTo>
                <a:cubicBezTo>
                  <a:pt x="1255394" y="0"/>
                  <a:pt x="1370012" y="47270"/>
                  <a:pt x="1455851" y="133109"/>
                </a:cubicBezTo>
                <a:lnTo>
                  <a:pt x="2133116" y="810387"/>
                </a:lnTo>
                <a:cubicBezTo>
                  <a:pt x="2311082" y="988340"/>
                  <a:pt x="2311082" y="1277900"/>
                  <a:pt x="2133116" y="1455852"/>
                </a:cubicBezTo>
                <a:lnTo>
                  <a:pt x="1455851" y="2133118"/>
                </a:lnTo>
                <a:cubicBezTo>
                  <a:pt x="1370012" y="2218957"/>
                  <a:pt x="1255394" y="2266226"/>
                  <a:pt x="1133119" y="2266226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" name="Freeform 2680">
            <a:extLst>
              <a:ext uri="{FF2B5EF4-FFF2-40B4-BE49-F238E27FC236}">
                <a16:creationId xmlns:a16="http://schemas.microsoft.com/office/drawing/2014/main" id="{6EBA2677-A255-A2F4-7609-04906324B063}"/>
              </a:ext>
            </a:extLst>
          </p:cNvPr>
          <p:cNvSpPr/>
          <p:nvPr/>
        </p:nvSpPr>
        <p:spPr>
          <a:xfrm>
            <a:off x="6767333" y="3362131"/>
            <a:ext cx="2149207" cy="2149208"/>
          </a:xfrm>
          <a:custGeom>
            <a:avLst/>
            <a:gdLst/>
            <a:ahLst/>
            <a:cxnLst/>
            <a:rect l="0" t="0" r="0" b="0"/>
            <a:pathLst>
              <a:path w="2149207" h="2149208">
                <a:moveTo>
                  <a:pt x="1074610" y="2149208"/>
                </a:moveTo>
                <a:cubicBezTo>
                  <a:pt x="967956" y="2149208"/>
                  <a:pt x="868045" y="2108022"/>
                  <a:pt x="793255" y="2033232"/>
                </a:cubicBezTo>
                <a:lnTo>
                  <a:pt x="115976" y="1355967"/>
                </a:lnTo>
                <a:cubicBezTo>
                  <a:pt x="41186" y="1281176"/>
                  <a:pt x="0" y="1181265"/>
                  <a:pt x="0" y="1074611"/>
                </a:cubicBezTo>
                <a:cubicBezTo>
                  <a:pt x="0" y="967969"/>
                  <a:pt x="41186" y="868045"/>
                  <a:pt x="115976" y="793268"/>
                </a:cubicBezTo>
                <a:lnTo>
                  <a:pt x="793255" y="115977"/>
                </a:lnTo>
                <a:cubicBezTo>
                  <a:pt x="868045" y="41186"/>
                  <a:pt x="967969" y="0"/>
                  <a:pt x="1074610" y="0"/>
                </a:cubicBezTo>
                <a:cubicBezTo>
                  <a:pt x="1181251" y="0"/>
                  <a:pt x="1281175" y="41186"/>
                  <a:pt x="1355965" y="115977"/>
                </a:cubicBezTo>
                <a:lnTo>
                  <a:pt x="2033231" y="793268"/>
                </a:lnTo>
                <a:cubicBezTo>
                  <a:pt x="2108021" y="868045"/>
                  <a:pt x="2149207" y="967969"/>
                  <a:pt x="2149207" y="1074611"/>
                </a:cubicBezTo>
                <a:cubicBezTo>
                  <a:pt x="2149207" y="1181265"/>
                  <a:pt x="2108021" y="1281189"/>
                  <a:pt x="2033231" y="1355967"/>
                </a:cubicBezTo>
                <a:lnTo>
                  <a:pt x="1355965" y="2033232"/>
                </a:lnTo>
                <a:cubicBezTo>
                  <a:pt x="1281175" y="2108022"/>
                  <a:pt x="1181251" y="2149208"/>
                  <a:pt x="1074610" y="2149208"/>
                </a:cubicBez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" name="Freeform 2681">
            <a:extLst>
              <a:ext uri="{FF2B5EF4-FFF2-40B4-BE49-F238E27FC236}">
                <a16:creationId xmlns:a16="http://schemas.microsoft.com/office/drawing/2014/main" id="{4B850333-3EAD-6778-3523-3C50CC787095}"/>
              </a:ext>
            </a:extLst>
          </p:cNvPr>
          <p:cNvSpPr/>
          <p:nvPr/>
        </p:nvSpPr>
        <p:spPr>
          <a:xfrm>
            <a:off x="3541367" y="3246404"/>
            <a:ext cx="2380677" cy="2380665"/>
          </a:xfrm>
          <a:custGeom>
            <a:avLst/>
            <a:gdLst/>
            <a:ahLst/>
            <a:cxnLst/>
            <a:rect l="0" t="0" r="0" b="0"/>
            <a:pathLst>
              <a:path w="2380677" h="2380665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303"/>
                  <a:pt x="2198623" y="1521345"/>
                </a:cubicBezTo>
                <a:lnTo>
                  <a:pt x="1521344" y="2198610"/>
                </a:lnTo>
                <a:cubicBezTo>
                  <a:pt x="1339290" y="2380665"/>
                  <a:pt x="1041386" y="2380665"/>
                  <a:pt x="859332" y="2198610"/>
                </a:cubicBezTo>
                <a:lnTo>
                  <a:pt x="182054" y="1521345"/>
                </a:lnTo>
                <a:cubicBezTo>
                  <a:pt x="0" y="1339303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2F2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" name="Freeform 2682">
            <a:extLst>
              <a:ext uri="{FF2B5EF4-FFF2-40B4-BE49-F238E27FC236}">
                <a16:creationId xmlns:a16="http://schemas.microsoft.com/office/drawing/2014/main" id="{8AA277D7-EFEE-A36A-2D85-B798C5F73ACC}"/>
              </a:ext>
            </a:extLst>
          </p:cNvPr>
          <p:cNvSpPr/>
          <p:nvPr/>
        </p:nvSpPr>
        <p:spPr>
          <a:xfrm>
            <a:off x="3598585" y="3303628"/>
            <a:ext cx="2266251" cy="2266226"/>
          </a:xfrm>
          <a:custGeom>
            <a:avLst/>
            <a:gdLst/>
            <a:ahLst/>
            <a:cxnLst/>
            <a:rect l="0" t="0" r="0" b="0"/>
            <a:pathLst>
              <a:path w="2266251" h="2266226">
                <a:moveTo>
                  <a:pt x="1133119" y="2266226"/>
                </a:moveTo>
                <a:cubicBezTo>
                  <a:pt x="1010844" y="2266226"/>
                  <a:pt x="896226" y="2218957"/>
                  <a:pt x="810387" y="2133118"/>
                </a:cubicBezTo>
                <a:lnTo>
                  <a:pt x="133109" y="1455852"/>
                </a:lnTo>
                <a:cubicBezTo>
                  <a:pt x="47269" y="1370013"/>
                  <a:pt x="0" y="1255395"/>
                  <a:pt x="0" y="1133120"/>
                </a:cubicBezTo>
                <a:cubicBezTo>
                  <a:pt x="0" y="1010844"/>
                  <a:pt x="47269" y="896227"/>
                  <a:pt x="133109" y="810387"/>
                </a:cubicBezTo>
                <a:lnTo>
                  <a:pt x="810387" y="133109"/>
                </a:lnTo>
                <a:cubicBezTo>
                  <a:pt x="896226" y="47270"/>
                  <a:pt x="1010844" y="0"/>
                  <a:pt x="1133119" y="0"/>
                </a:cubicBezTo>
                <a:cubicBezTo>
                  <a:pt x="1255394" y="0"/>
                  <a:pt x="1370012" y="47270"/>
                  <a:pt x="1455851" y="133109"/>
                </a:cubicBezTo>
                <a:lnTo>
                  <a:pt x="2133129" y="810387"/>
                </a:lnTo>
                <a:cubicBezTo>
                  <a:pt x="2218969" y="896227"/>
                  <a:pt x="2266251" y="1010844"/>
                  <a:pt x="2266238" y="1133120"/>
                </a:cubicBezTo>
                <a:cubicBezTo>
                  <a:pt x="2266238" y="1255395"/>
                  <a:pt x="2218969" y="1370013"/>
                  <a:pt x="2133129" y="1455852"/>
                </a:cubicBezTo>
                <a:lnTo>
                  <a:pt x="1455851" y="2133118"/>
                </a:lnTo>
                <a:cubicBezTo>
                  <a:pt x="1370012" y="2218957"/>
                  <a:pt x="1255394" y="2266226"/>
                  <a:pt x="1133119" y="2266226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" name="Freeform 2683">
            <a:extLst>
              <a:ext uri="{FF2B5EF4-FFF2-40B4-BE49-F238E27FC236}">
                <a16:creationId xmlns:a16="http://schemas.microsoft.com/office/drawing/2014/main" id="{8F7B3B8D-A88A-AB7E-B567-0D9D318287DD}"/>
              </a:ext>
            </a:extLst>
          </p:cNvPr>
          <p:cNvSpPr/>
          <p:nvPr/>
        </p:nvSpPr>
        <p:spPr>
          <a:xfrm>
            <a:off x="3657094" y="3362131"/>
            <a:ext cx="2149220" cy="2149208"/>
          </a:xfrm>
          <a:custGeom>
            <a:avLst/>
            <a:gdLst/>
            <a:ahLst/>
            <a:cxnLst/>
            <a:rect l="0" t="0" r="0" b="0"/>
            <a:pathLst>
              <a:path w="2149220" h="2149208">
                <a:moveTo>
                  <a:pt x="1074610" y="2149208"/>
                </a:moveTo>
                <a:cubicBezTo>
                  <a:pt x="967969" y="2149208"/>
                  <a:pt x="868045" y="2108022"/>
                  <a:pt x="793255" y="2033232"/>
                </a:cubicBezTo>
                <a:lnTo>
                  <a:pt x="115976" y="1355967"/>
                </a:lnTo>
                <a:cubicBezTo>
                  <a:pt x="41186" y="1281176"/>
                  <a:pt x="0" y="1181265"/>
                  <a:pt x="0" y="1074611"/>
                </a:cubicBezTo>
                <a:cubicBezTo>
                  <a:pt x="0" y="967969"/>
                  <a:pt x="41186" y="868045"/>
                  <a:pt x="115976" y="793268"/>
                </a:cubicBezTo>
                <a:lnTo>
                  <a:pt x="793255" y="115977"/>
                </a:lnTo>
                <a:cubicBezTo>
                  <a:pt x="868045" y="41186"/>
                  <a:pt x="967969" y="0"/>
                  <a:pt x="1074610" y="0"/>
                </a:cubicBezTo>
                <a:cubicBezTo>
                  <a:pt x="1181264" y="0"/>
                  <a:pt x="1281175" y="41186"/>
                  <a:pt x="1355965" y="115977"/>
                </a:cubicBezTo>
                <a:lnTo>
                  <a:pt x="2033244" y="793268"/>
                </a:lnTo>
                <a:cubicBezTo>
                  <a:pt x="2108034" y="868045"/>
                  <a:pt x="2149220" y="967969"/>
                  <a:pt x="2149220" y="1074611"/>
                </a:cubicBezTo>
                <a:cubicBezTo>
                  <a:pt x="2149220" y="1181265"/>
                  <a:pt x="2108034" y="1281176"/>
                  <a:pt x="2033244" y="1355967"/>
                </a:cubicBezTo>
                <a:lnTo>
                  <a:pt x="1355965" y="2033232"/>
                </a:lnTo>
                <a:cubicBezTo>
                  <a:pt x="1281175" y="2108022"/>
                  <a:pt x="1181264" y="2149208"/>
                  <a:pt x="1074610" y="2149208"/>
                </a:cubicBez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" name="Freeform 2684">
            <a:extLst>
              <a:ext uri="{FF2B5EF4-FFF2-40B4-BE49-F238E27FC236}">
                <a16:creationId xmlns:a16="http://schemas.microsoft.com/office/drawing/2014/main" id="{DED80924-2A99-6F66-C869-D19C6804F7C9}"/>
              </a:ext>
            </a:extLst>
          </p:cNvPr>
          <p:cNvSpPr/>
          <p:nvPr/>
        </p:nvSpPr>
        <p:spPr>
          <a:xfrm>
            <a:off x="5099973" y="1900828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2F2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" name="Freeform 2685">
            <a:extLst>
              <a:ext uri="{FF2B5EF4-FFF2-40B4-BE49-F238E27FC236}">
                <a16:creationId xmlns:a16="http://schemas.microsoft.com/office/drawing/2014/main" id="{E4975495-6737-549D-2574-F54BD3329C14}"/>
              </a:ext>
            </a:extLst>
          </p:cNvPr>
          <p:cNvSpPr/>
          <p:nvPr/>
        </p:nvSpPr>
        <p:spPr>
          <a:xfrm>
            <a:off x="5113036" y="1964320"/>
            <a:ext cx="2355926" cy="2266238"/>
          </a:xfrm>
          <a:custGeom>
            <a:avLst/>
            <a:gdLst/>
            <a:ahLst/>
            <a:cxnLst/>
            <a:rect l="0" t="0" r="0" b="0"/>
            <a:pathLst>
              <a:path w="2355926" h="2266238">
                <a:moveTo>
                  <a:pt x="1177963" y="2266238"/>
                </a:moveTo>
                <a:cubicBezTo>
                  <a:pt x="1055688" y="2266238"/>
                  <a:pt x="941070" y="2218969"/>
                  <a:pt x="855231" y="2133130"/>
                </a:cubicBezTo>
                <a:lnTo>
                  <a:pt x="177953" y="1455851"/>
                </a:lnTo>
                <a:cubicBezTo>
                  <a:pt x="0" y="1277899"/>
                  <a:pt x="0" y="988339"/>
                  <a:pt x="177953" y="810387"/>
                </a:cubicBezTo>
                <a:lnTo>
                  <a:pt x="855231" y="133108"/>
                </a:lnTo>
                <a:cubicBezTo>
                  <a:pt x="941070" y="47269"/>
                  <a:pt x="1055688" y="0"/>
                  <a:pt x="1177963" y="0"/>
                </a:cubicBezTo>
                <a:cubicBezTo>
                  <a:pt x="1300238" y="0"/>
                  <a:pt x="1414856" y="47269"/>
                  <a:pt x="1500695" y="133108"/>
                </a:cubicBezTo>
                <a:lnTo>
                  <a:pt x="2177973" y="810387"/>
                </a:lnTo>
                <a:cubicBezTo>
                  <a:pt x="2355926" y="988339"/>
                  <a:pt x="2355926" y="1277899"/>
                  <a:pt x="2177973" y="1455851"/>
                </a:cubicBezTo>
                <a:lnTo>
                  <a:pt x="1500695" y="2133130"/>
                </a:lnTo>
                <a:cubicBezTo>
                  <a:pt x="1414856" y="2218969"/>
                  <a:pt x="1300238" y="2266238"/>
                  <a:pt x="1177963" y="2266238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" name="Freeform 2686">
            <a:extLst>
              <a:ext uri="{FF2B5EF4-FFF2-40B4-BE49-F238E27FC236}">
                <a16:creationId xmlns:a16="http://schemas.microsoft.com/office/drawing/2014/main" id="{F8FB8EA2-DAA1-A71B-3C15-4A7208496338}"/>
              </a:ext>
            </a:extLst>
          </p:cNvPr>
          <p:cNvSpPr/>
          <p:nvPr/>
        </p:nvSpPr>
        <p:spPr>
          <a:xfrm>
            <a:off x="5176536" y="2016554"/>
            <a:ext cx="2188387" cy="2149220"/>
          </a:xfrm>
          <a:custGeom>
            <a:avLst/>
            <a:gdLst/>
            <a:ahLst/>
            <a:cxnLst/>
            <a:rect l="0" t="0" r="0" b="0"/>
            <a:pathLst>
              <a:path w="2188387" h="2149220">
                <a:moveTo>
                  <a:pt x="1113777" y="2149220"/>
                </a:moveTo>
                <a:cubicBezTo>
                  <a:pt x="1007123" y="2149220"/>
                  <a:pt x="907212" y="2108034"/>
                  <a:pt x="832422" y="2033244"/>
                </a:cubicBezTo>
                <a:lnTo>
                  <a:pt x="155143" y="1355966"/>
                </a:lnTo>
                <a:cubicBezTo>
                  <a:pt x="0" y="1200823"/>
                  <a:pt x="0" y="948397"/>
                  <a:pt x="155143" y="793254"/>
                </a:cubicBezTo>
                <a:lnTo>
                  <a:pt x="832422" y="115976"/>
                </a:lnTo>
                <a:cubicBezTo>
                  <a:pt x="907212" y="41198"/>
                  <a:pt x="1007123" y="0"/>
                  <a:pt x="1113777" y="0"/>
                </a:cubicBezTo>
                <a:cubicBezTo>
                  <a:pt x="1220418" y="0"/>
                  <a:pt x="1320342" y="41198"/>
                  <a:pt x="1395132" y="115976"/>
                </a:cubicBezTo>
                <a:lnTo>
                  <a:pt x="2072411" y="793254"/>
                </a:lnTo>
                <a:cubicBezTo>
                  <a:pt x="2147201" y="868045"/>
                  <a:pt x="2188387" y="967968"/>
                  <a:pt x="2188387" y="1074610"/>
                </a:cubicBezTo>
                <a:cubicBezTo>
                  <a:pt x="2188387" y="1181265"/>
                  <a:pt x="2147201" y="1281188"/>
                  <a:pt x="2072411" y="1355966"/>
                </a:cubicBezTo>
                <a:lnTo>
                  <a:pt x="1395132" y="2033244"/>
                </a:lnTo>
                <a:cubicBezTo>
                  <a:pt x="1320342" y="2108034"/>
                  <a:pt x="1220418" y="2149220"/>
                  <a:pt x="1113777" y="2149220"/>
                </a:cubicBez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" name="Freeform 2687">
            <a:extLst>
              <a:ext uri="{FF2B5EF4-FFF2-40B4-BE49-F238E27FC236}">
                <a16:creationId xmlns:a16="http://schemas.microsoft.com/office/drawing/2014/main" id="{6DFC99DF-912E-42D0-8F71-5E75D8E29BFA}"/>
              </a:ext>
            </a:extLst>
          </p:cNvPr>
          <p:cNvSpPr/>
          <p:nvPr/>
        </p:nvSpPr>
        <p:spPr>
          <a:xfrm>
            <a:off x="8169002" y="1907108"/>
            <a:ext cx="2380678" cy="2380677"/>
          </a:xfrm>
          <a:custGeom>
            <a:avLst/>
            <a:gdLst/>
            <a:ahLst/>
            <a:cxnLst/>
            <a:rect l="0" t="0" r="0" b="0"/>
            <a:pathLst>
              <a:path w="2380678" h="2380677">
                <a:moveTo>
                  <a:pt x="859345" y="182054"/>
                </a:moveTo>
                <a:cubicBezTo>
                  <a:pt x="1041399" y="0"/>
                  <a:pt x="1339303" y="0"/>
                  <a:pt x="1521357" y="182054"/>
                </a:cubicBezTo>
                <a:lnTo>
                  <a:pt x="2198623" y="859345"/>
                </a:lnTo>
                <a:cubicBezTo>
                  <a:pt x="2380678" y="1041399"/>
                  <a:pt x="2380678" y="1339303"/>
                  <a:pt x="2198623" y="1521357"/>
                </a:cubicBezTo>
                <a:lnTo>
                  <a:pt x="1521357" y="2198623"/>
                </a:lnTo>
                <a:cubicBezTo>
                  <a:pt x="1339303" y="2380677"/>
                  <a:pt x="1041399" y="2380677"/>
                  <a:pt x="859345" y="2198623"/>
                </a:cubicBezTo>
                <a:lnTo>
                  <a:pt x="182054" y="1521357"/>
                </a:lnTo>
                <a:cubicBezTo>
                  <a:pt x="0" y="1339303"/>
                  <a:pt x="0" y="1041399"/>
                  <a:pt x="182054" y="859345"/>
                </a:cubicBezTo>
                <a:close/>
                <a:moveTo>
                  <a:pt x="859345" y="182054"/>
                </a:moveTo>
              </a:path>
            </a:pathLst>
          </a:custGeom>
          <a:solidFill>
            <a:srgbClr val="F2F2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" name="Freeform 2688">
            <a:extLst>
              <a:ext uri="{FF2B5EF4-FFF2-40B4-BE49-F238E27FC236}">
                <a16:creationId xmlns:a16="http://schemas.microsoft.com/office/drawing/2014/main" id="{84280611-1ED4-C3D8-F4BD-A80F173BD3ED}"/>
              </a:ext>
            </a:extLst>
          </p:cNvPr>
          <p:cNvSpPr/>
          <p:nvPr/>
        </p:nvSpPr>
        <p:spPr>
          <a:xfrm>
            <a:off x="8226220" y="1964320"/>
            <a:ext cx="2311095" cy="2266251"/>
          </a:xfrm>
          <a:custGeom>
            <a:avLst/>
            <a:gdLst/>
            <a:ahLst/>
            <a:cxnLst/>
            <a:rect l="0" t="0" r="0" b="0"/>
            <a:pathLst>
              <a:path w="2311095" h="2266251">
                <a:moveTo>
                  <a:pt x="1133132" y="2266251"/>
                </a:moveTo>
                <a:cubicBezTo>
                  <a:pt x="1010857" y="2266251"/>
                  <a:pt x="896239" y="2218982"/>
                  <a:pt x="810400" y="2133143"/>
                </a:cubicBezTo>
                <a:lnTo>
                  <a:pt x="133109" y="1455864"/>
                </a:lnTo>
                <a:cubicBezTo>
                  <a:pt x="47270" y="1370025"/>
                  <a:pt x="0" y="1255420"/>
                  <a:pt x="0" y="1133132"/>
                </a:cubicBezTo>
                <a:cubicBezTo>
                  <a:pt x="0" y="1010857"/>
                  <a:pt x="47270" y="896252"/>
                  <a:pt x="133109" y="810412"/>
                </a:cubicBezTo>
                <a:lnTo>
                  <a:pt x="810400" y="133121"/>
                </a:lnTo>
                <a:cubicBezTo>
                  <a:pt x="896239" y="47282"/>
                  <a:pt x="1010857" y="0"/>
                  <a:pt x="1133132" y="0"/>
                </a:cubicBezTo>
                <a:cubicBezTo>
                  <a:pt x="1255407" y="0"/>
                  <a:pt x="1370025" y="47282"/>
                  <a:pt x="1455864" y="133121"/>
                </a:cubicBezTo>
                <a:lnTo>
                  <a:pt x="2133129" y="810400"/>
                </a:lnTo>
                <a:cubicBezTo>
                  <a:pt x="2311095" y="988365"/>
                  <a:pt x="2311095" y="1277912"/>
                  <a:pt x="2133129" y="1455864"/>
                </a:cubicBezTo>
                <a:lnTo>
                  <a:pt x="1455864" y="2133143"/>
                </a:lnTo>
                <a:cubicBezTo>
                  <a:pt x="1370025" y="2218982"/>
                  <a:pt x="1255407" y="2266251"/>
                  <a:pt x="1133132" y="2266251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" name="Freeform 2689">
            <a:extLst>
              <a:ext uri="{FF2B5EF4-FFF2-40B4-BE49-F238E27FC236}">
                <a16:creationId xmlns:a16="http://schemas.microsoft.com/office/drawing/2014/main" id="{0B6CC852-4561-D205-725D-0E32C3659607}"/>
              </a:ext>
            </a:extLst>
          </p:cNvPr>
          <p:cNvSpPr/>
          <p:nvPr/>
        </p:nvSpPr>
        <p:spPr>
          <a:xfrm>
            <a:off x="8284729" y="2022837"/>
            <a:ext cx="2188387" cy="2149220"/>
          </a:xfrm>
          <a:custGeom>
            <a:avLst/>
            <a:gdLst/>
            <a:ahLst/>
            <a:cxnLst/>
            <a:rect l="0" t="0" r="0" b="0"/>
            <a:pathLst>
              <a:path w="2188387" h="2149220">
                <a:moveTo>
                  <a:pt x="1074623" y="2149220"/>
                </a:moveTo>
                <a:cubicBezTo>
                  <a:pt x="967969" y="2149220"/>
                  <a:pt x="868058" y="2108034"/>
                  <a:pt x="793268" y="2033244"/>
                </a:cubicBezTo>
                <a:lnTo>
                  <a:pt x="115977" y="1355979"/>
                </a:lnTo>
                <a:cubicBezTo>
                  <a:pt x="41186" y="1281188"/>
                  <a:pt x="0" y="1181265"/>
                  <a:pt x="0" y="1074623"/>
                </a:cubicBezTo>
                <a:cubicBezTo>
                  <a:pt x="0" y="967968"/>
                  <a:pt x="41186" y="868057"/>
                  <a:pt x="115977" y="793267"/>
                </a:cubicBezTo>
                <a:lnTo>
                  <a:pt x="793268" y="115976"/>
                </a:lnTo>
                <a:cubicBezTo>
                  <a:pt x="868058" y="41186"/>
                  <a:pt x="967969" y="0"/>
                  <a:pt x="1074623" y="0"/>
                </a:cubicBezTo>
                <a:cubicBezTo>
                  <a:pt x="1181264" y="0"/>
                  <a:pt x="1281188" y="41186"/>
                  <a:pt x="1355978" y="115976"/>
                </a:cubicBezTo>
                <a:lnTo>
                  <a:pt x="2033244" y="793267"/>
                </a:lnTo>
                <a:cubicBezTo>
                  <a:pt x="2188387" y="948410"/>
                  <a:pt x="2188387" y="1200835"/>
                  <a:pt x="2033244" y="1355979"/>
                </a:cubicBezTo>
                <a:lnTo>
                  <a:pt x="1355978" y="2033244"/>
                </a:lnTo>
                <a:cubicBezTo>
                  <a:pt x="1281188" y="2108034"/>
                  <a:pt x="1181264" y="2149220"/>
                  <a:pt x="1074623" y="2149220"/>
                </a:cubicBez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5" name="Freeform 2690">
            <a:extLst>
              <a:ext uri="{FF2B5EF4-FFF2-40B4-BE49-F238E27FC236}">
                <a16:creationId xmlns:a16="http://schemas.microsoft.com/office/drawing/2014/main" id="{2F65E66D-3919-D485-F429-71133EF6C7FC}"/>
              </a:ext>
            </a:extLst>
          </p:cNvPr>
          <p:cNvSpPr/>
          <p:nvPr/>
        </p:nvSpPr>
        <p:spPr>
          <a:xfrm>
            <a:off x="2023958" y="1907110"/>
            <a:ext cx="2380677" cy="2380677"/>
          </a:xfrm>
          <a:custGeom>
            <a:avLst/>
            <a:gdLst/>
            <a:ahLst/>
            <a:cxnLst/>
            <a:rect l="0" t="0" r="0" b="0"/>
            <a:pathLst>
              <a:path w="2380677" h="2380677">
                <a:moveTo>
                  <a:pt x="859332" y="182054"/>
                </a:moveTo>
                <a:cubicBezTo>
                  <a:pt x="1041386" y="0"/>
                  <a:pt x="1339290" y="0"/>
                  <a:pt x="1521344" y="182054"/>
                </a:cubicBezTo>
                <a:lnTo>
                  <a:pt x="2198623" y="859332"/>
                </a:lnTo>
                <a:cubicBezTo>
                  <a:pt x="2380677" y="1041386"/>
                  <a:pt x="2380677" y="1339290"/>
                  <a:pt x="2198623" y="1521345"/>
                </a:cubicBezTo>
                <a:lnTo>
                  <a:pt x="1521344" y="2198623"/>
                </a:lnTo>
                <a:cubicBezTo>
                  <a:pt x="1339290" y="2380677"/>
                  <a:pt x="1041386" y="2380677"/>
                  <a:pt x="859332" y="2198623"/>
                </a:cubicBezTo>
                <a:lnTo>
                  <a:pt x="182054" y="1521345"/>
                </a:lnTo>
                <a:cubicBezTo>
                  <a:pt x="0" y="1339290"/>
                  <a:pt x="0" y="1041386"/>
                  <a:pt x="182054" y="859332"/>
                </a:cubicBezTo>
                <a:close/>
                <a:moveTo>
                  <a:pt x="859332" y="182054"/>
                </a:moveTo>
              </a:path>
            </a:pathLst>
          </a:custGeom>
          <a:solidFill>
            <a:srgbClr val="F2F2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" name="Freeform 2691">
            <a:extLst>
              <a:ext uri="{FF2B5EF4-FFF2-40B4-BE49-F238E27FC236}">
                <a16:creationId xmlns:a16="http://schemas.microsoft.com/office/drawing/2014/main" id="{BD1E01B2-AC53-8F18-7955-06BDCA5AD247}"/>
              </a:ext>
            </a:extLst>
          </p:cNvPr>
          <p:cNvSpPr/>
          <p:nvPr/>
        </p:nvSpPr>
        <p:spPr>
          <a:xfrm>
            <a:off x="2036333" y="1964333"/>
            <a:ext cx="2355926" cy="2266238"/>
          </a:xfrm>
          <a:custGeom>
            <a:avLst/>
            <a:gdLst/>
            <a:ahLst/>
            <a:cxnLst/>
            <a:rect l="0" t="0" r="0" b="0"/>
            <a:pathLst>
              <a:path w="2355926" h="2266238">
                <a:moveTo>
                  <a:pt x="1177963" y="2266238"/>
                </a:moveTo>
                <a:cubicBezTo>
                  <a:pt x="1055688" y="2266238"/>
                  <a:pt x="941070" y="2218969"/>
                  <a:pt x="855231" y="2133130"/>
                </a:cubicBezTo>
                <a:lnTo>
                  <a:pt x="177953" y="1455851"/>
                </a:lnTo>
                <a:cubicBezTo>
                  <a:pt x="0" y="1277899"/>
                  <a:pt x="0" y="988339"/>
                  <a:pt x="177953" y="810387"/>
                </a:cubicBezTo>
                <a:lnTo>
                  <a:pt x="855231" y="133108"/>
                </a:lnTo>
                <a:cubicBezTo>
                  <a:pt x="941070" y="47269"/>
                  <a:pt x="1055688" y="0"/>
                  <a:pt x="1177963" y="0"/>
                </a:cubicBezTo>
                <a:cubicBezTo>
                  <a:pt x="1300238" y="0"/>
                  <a:pt x="1414856" y="47269"/>
                  <a:pt x="1500695" y="133108"/>
                </a:cubicBezTo>
                <a:lnTo>
                  <a:pt x="2177973" y="810387"/>
                </a:lnTo>
                <a:cubicBezTo>
                  <a:pt x="2355926" y="988339"/>
                  <a:pt x="2355926" y="1277899"/>
                  <a:pt x="2177973" y="1455851"/>
                </a:cubicBezTo>
                <a:lnTo>
                  <a:pt x="1500695" y="2133130"/>
                </a:lnTo>
                <a:cubicBezTo>
                  <a:pt x="1414856" y="2218969"/>
                  <a:pt x="1300238" y="2266238"/>
                  <a:pt x="1177963" y="2266238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" name="Freeform 2692">
            <a:extLst>
              <a:ext uri="{FF2B5EF4-FFF2-40B4-BE49-F238E27FC236}">
                <a16:creationId xmlns:a16="http://schemas.microsoft.com/office/drawing/2014/main" id="{3D8A8D95-992C-694E-C69D-71A0F35B451A}"/>
              </a:ext>
            </a:extLst>
          </p:cNvPr>
          <p:cNvSpPr/>
          <p:nvPr/>
        </p:nvSpPr>
        <p:spPr>
          <a:xfrm>
            <a:off x="2102074" y="2022837"/>
            <a:ext cx="2227554" cy="2149220"/>
          </a:xfrm>
          <a:custGeom>
            <a:avLst/>
            <a:gdLst/>
            <a:ahLst/>
            <a:cxnLst/>
            <a:rect l="0" t="0" r="0" b="0"/>
            <a:pathLst>
              <a:path w="2227554" h="2149220">
                <a:moveTo>
                  <a:pt x="1113777" y="2149220"/>
                </a:moveTo>
                <a:cubicBezTo>
                  <a:pt x="1007123" y="2149220"/>
                  <a:pt x="907212" y="2108034"/>
                  <a:pt x="832422" y="2033244"/>
                </a:cubicBezTo>
                <a:lnTo>
                  <a:pt x="155143" y="1355966"/>
                </a:lnTo>
                <a:cubicBezTo>
                  <a:pt x="0" y="1200835"/>
                  <a:pt x="0" y="948397"/>
                  <a:pt x="155143" y="793254"/>
                </a:cubicBezTo>
                <a:lnTo>
                  <a:pt x="832422" y="115976"/>
                </a:lnTo>
                <a:cubicBezTo>
                  <a:pt x="907212" y="41198"/>
                  <a:pt x="1007123" y="0"/>
                  <a:pt x="1113777" y="0"/>
                </a:cubicBezTo>
                <a:cubicBezTo>
                  <a:pt x="1220431" y="0"/>
                  <a:pt x="1320342" y="41198"/>
                  <a:pt x="1395132" y="115976"/>
                </a:cubicBezTo>
                <a:lnTo>
                  <a:pt x="2072411" y="793267"/>
                </a:lnTo>
                <a:cubicBezTo>
                  <a:pt x="2227554" y="948397"/>
                  <a:pt x="2227554" y="1200823"/>
                  <a:pt x="2072411" y="1355966"/>
                </a:cubicBezTo>
                <a:lnTo>
                  <a:pt x="1395132" y="2033244"/>
                </a:lnTo>
                <a:cubicBezTo>
                  <a:pt x="1320342" y="2108034"/>
                  <a:pt x="1220431" y="2149220"/>
                  <a:pt x="1113777" y="2149220"/>
                </a:cubicBezTo>
              </a:path>
            </a:pathLst>
          </a:custGeom>
          <a:solidFill>
            <a:srgbClr val="F9F9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" name="Freeform 2693">
            <a:extLst>
              <a:ext uri="{FF2B5EF4-FFF2-40B4-BE49-F238E27FC236}">
                <a16:creationId xmlns:a16="http://schemas.microsoft.com/office/drawing/2014/main" id="{AA57BEC4-8AA6-2D17-2555-6EAD145AAE1E}"/>
              </a:ext>
            </a:extLst>
          </p:cNvPr>
          <p:cNvSpPr/>
          <p:nvPr/>
        </p:nvSpPr>
        <p:spPr>
          <a:xfrm>
            <a:off x="2989460" y="2473387"/>
            <a:ext cx="437121" cy="828140"/>
          </a:xfrm>
          <a:custGeom>
            <a:avLst/>
            <a:gdLst/>
            <a:ahLst/>
            <a:cxnLst/>
            <a:rect l="0" t="0" r="0" b="0"/>
            <a:pathLst>
              <a:path w="437121" h="828140">
                <a:moveTo>
                  <a:pt x="218732" y="737069"/>
                </a:moveTo>
                <a:cubicBezTo>
                  <a:pt x="236283" y="737069"/>
                  <a:pt x="250913" y="751343"/>
                  <a:pt x="250913" y="769250"/>
                </a:cubicBezTo>
                <a:cubicBezTo>
                  <a:pt x="250913" y="787183"/>
                  <a:pt x="236283" y="801445"/>
                  <a:pt x="218732" y="801445"/>
                </a:cubicBezTo>
                <a:cubicBezTo>
                  <a:pt x="200813" y="801445"/>
                  <a:pt x="186170" y="787170"/>
                  <a:pt x="186170" y="769250"/>
                </a:cubicBezTo>
                <a:cubicBezTo>
                  <a:pt x="186170" y="751331"/>
                  <a:pt x="200813" y="737069"/>
                  <a:pt x="218732" y="737069"/>
                </a:cubicBezTo>
                <a:close/>
                <a:moveTo>
                  <a:pt x="218732" y="737069"/>
                </a:moveTo>
                <a:moveTo>
                  <a:pt x="189840" y="46469"/>
                </a:moveTo>
                <a:lnTo>
                  <a:pt x="309448" y="46469"/>
                </a:lnTo>
                <a:cubicBezTo>
                  <a:pt x="316763" y="46469"/>
                  <a:pt x="322618" y="52311"/>
                  <a:pt x="322618" y="59258"/>
                </a:cubicBezTo>
                <a:cubicBezTo>
                  <a:pt x="322618" y="66573"/>
                  <a:pt x="316763" y="72440"/>
                  <a:pt x="309448" y="72440"/>
                </a:cubicBezTo>
                <a:lnTo>
                  <a:pt x="189840" y="72440"/>
                </a:lnTo>
                <a:cubicBezTo>
                  <a:pt x="182525" y="72440"/>
                  <a:pt x="176670" y="66586"/>
                  <a:pt x="176670" y="59258"/>
                </a:cubicBezTo>
                <a:cubicBezTo>
                  <a:pt x="176670" y="52311"/>
                  <a:pt x="182525" y="46469"/>
                  <a:pt x="189840" y="46469"/>
                </a:cubicBezTo>
                <a:moveTo>
                  <a:pt x="131318" y="42443"/>
                </a:moveTo>
                <a:cubicBezTo>
                  <a:pt x="140462" y="42443"/>
                  <a:pt x="148146" y="49746"/>
                  <a:pt x="148146" y="58889"/>
                </a:cubicBezTo>
                <a:cubicBezTo>
                  <a:pt x="148146" y="68402"/>
                  <a:pt x="140462" y="75717"/>
                  <a:pt x="131318" y="75717"/>
                </a:cubicBezTo>
                <a:cubicBezTo>
                  <a:pt x="122174" y="75717"/>
                  <a:pt x="114859" y="68414"/>
                  <a:pt x="114859" y="58889"/>
                </a:cubicBezTo>
                <a:cubicBezTo>
                  <a:pt x="114859" y="49746"/>
                  <a:pt x="122174" y="42443"/>
                  <a:pt x="131318" y="42443"/>
                </a:cubicBezTo>
                <a:moveTo>
                  <a:pt x="391020" y="118148"/>
                </a:moveTo>
                <a:lnTo>
                  <a:pt x="46089" y="118148"/>
                </a:lnTo>
                <a:lnTo>
                  <a:pt x="46089" y="709980"/>
                </a:lnTo>
                <a:lnTo>
                  <a:pt x="391020" y="709980"/>
                </a:lnTo>
                <a:lnTo>
                  <a:pt x="391020" y="118148"/>
                </a:lnTo>
                <a:close/>
                <a:moveTo>
                  <a:pt x="437121" y="666826"/>
                </a:moveTo>
                <a:lnTo>
                  <a:pt x="437121" y="778382"/>
                </a:lnTo>
                <a:cubicBezTo>
                  <a:pt x="437121" y="805826"/>
                  <a:pt x="414794" y="828140"/>
                  <a:pt x="387362" y="828140"/>
                </a:cubicBezTo>
                <a:lnTo>
                  <a:pt x="49759" y="828140"/>
                </a:lnTo>
                <a:cubicBezTo>
                  <a:pt x="22327" y="828140"/>
                  <a:pt x="0" y="805826"/>
                  <a:pt x="0" y="778382"/>
                </a:cubicBezTo>
                <a:lnTo>
                  <a:pt x="0" y="49746"/>
                </a:lnTo>
                <a:cubicBezTo>
                  <a:pt x="0" y="22314"/>
                  <a:pt x="22327" y="0"/>
                  <a:pt x="49759" y="0"/>
                </a:cubicBezTo>
                <a:lnTo>
                  <a:pt x="387362" y="0"/>
                </a:lnTo>
                <a:cubicBezTo>
                  <a:pt x="414794" y="0"/>
                  <a:pt x="437121" y="22314"/>
                  <a:pt x="437121" y="49746"/>
                </a:cubicBezTo>
                <a:close/>
                <a:moveTo>
                  <a:pt x="288975" y="737069"/>
                </a:moveTo>
              </a:path>
            </a:pathLst>
          </a:custGeom>
          <a:solidFill>
            <a:srgbClr val="1D4988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9" name="Freeform 2694">
            <a:extLst>
              <a:ext uri="{FF2B5EF4-FFF2-40B4-BE49-F238E27FC236}">
                <a16:creationId xmlns:a16="http://schemas.microsoft.com/office/drawing/2014/main" id="{3EE9685D-5876-BB42-2235-549BD81B00C3}"/>
              </a:ext>
            </a:extLst>
          </p:cNvPr>
          <p:cNvSpPr/>
          <p:nvPr/>
        </p:nvSpPr>
        <p:spPr>
          <a:xfrm>
            <a:off x="3316803" y="2514360"/>
            <a:ext cx="267779" cy="267766"/>
          </a:xfrm>
          <a:custGeom>
            <a:avLst/>
            <a:gdLst/>
            <a:ahLst/>
            <a:cxnLst/>
            <a:rect l="0" t="0" r="0" b="0"/>
            <a:pathLst>
              <a:path w="267779" h="267766">
                <a:moveTo>
                  <a:pt x="133896" y="0"/>
                </a:moveTo>
                <a:cubicBezTo>
                  <a:pt x="207835" y="0"/>
                  <a:pt x="267779" y="59943"/>
                  <a:pt x="267779" y="133883"/>
                </a:cubicBezTo>
                <a:cubicBezTo>
                  <a:pt x="267779" y="207835"/>
                  <a:pt x="207848" y="267766"/>
                  <a:pt x="133896" y="267766"/>
                </a:cubicBezTo>
                <a:cubicBezTo>
                  <a:pt x="59944" y="267766"/>
                  <a:pt x="13" y="207835"/>
                  <a:pt x="13" y="133883"/>
                </a:cubicBezTo>
                <a:cubicBezTo>
                  <a:pt x="0" y="59943"/>
                  <a:pt x="59944" y="0"/>
                  <a:pt x="133896" y="0"/>
                </a:cubicBezTo>
              </a:path>
            </a:pathLst>
          </a:custGeom>
          <a:solidFill>
            <a:srgbClr val="45B36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" name="Freeform 2695">
            <a:extLst>
              <a:ext uri="{FF2B5EF4-FFF2-40B4-BE49-F238E27FC236}">
                <a16:creationId xmlns:a16="http://schemas.microsoft.com/office/drawing/2014/main" id="{88CA5854-EFBB-5C8B-97DC-9B2DFCE884E4}"/>
              </a:ext>
            </a:extLst>
          </p:cNvPr>
          <p:cNvSpPr/>
          <p:nvPr/>
        </p:nvSpPr>
        <p:spPr>
          <a:xfrm>
            <a:off x="3367363" y="2586501"/>
            <a:ext cx="166673" cy="123481"/>
          </a:xfrm>
          <a:custGeom>
            <a:avLst/>
            <a:gdLst/>
            <a:ahLst/>
            <a:cxnLst/>
            <a:rect l="0" t="0" r="0" b="0"/>
            <a:pathLst>
              <a:path w="166673" h="123481">
                <a:moveTo>
                  <a:pt x="65747" y="73558"/>
                </a:moveTo>
                <a:lnTo>
                  <a:pt x="35839" y="43650"/>
                </a:lnTo>
                <a:cubicBezTo>
                  <a:pt x="28079" y="35890"/>
                  <a:pt x="15506" y="35890"/>
                  <a:pt x="7747" y="43650"/>
                </a:cubicBezTo>
                <a:cubicBezTo>
                  <a:pt x="0" y="51397"/>
                  <a:pt x="0" y="63983"/>
                  <a:pt x="7747" y="71730"/>
                </a:cubicBezTo>
                <a:lnTo>
                  <a:pt x="51752" y="115734"/>
                </a:lnTo>
                <a:cubicBezTo>
                  <a:pt x="59499" y="123481"/>
                  <a:pt x="72084" y="123481"/>
                  <a:pt x="79831" y="115734"/>
                </a:cubicBezTo>
                <a:cubicBezTo>
                  <a:pt x="106361" y="89217"/>
                  <a:pt x="132574" y="62395"/>
                  <a:pt x="158977" y="35738"/>
                </a:cubicBezTo>
                <a:cubicBezTo>
                  <a:pt x="166673" y="27978"/>
                  <a:pt x="166661" y="15443"/>
                  <a:pt x="158901" y="7722"/>
                </a:cubicBezTo>
                <a:cubicBezTo>
                  <a:pt x="151141" y="0"/>
                  <a:pt x="138568" y="26"/>
                  <a:pt x="130859" y="7811"/>
                </a:cubicBezTo>
                <a:close/>
                <a:moveTo>
                  <a:pt x="65747" y="73558"/>
                </a:moveTo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" name="Freeform 2696">
            <a:extLst>
              <a:ext uri="{FF2B5EF4-FFF2-40B4-BE49-F238E27FC236}">
                <a16:creationId xmlns:a16="http://schemas.microsoft.com/office/drawing/2014/main" id="{02AB265A-DC4E-DCB7-0E07-53318F87542B}"/>
              </a:ext>
            </a:extLst>
          </p:cNvPr>
          <p:cNvSpPr/>
          <p:nvPr/>
        </p:nvSpPr>
        <p:spPr>
          <a:xfrm>
            <a:off x="3148107" y="2700354"/>
            <a:ext cx="115227" cy="170814"/>
          </a:xfrm>
          <a:custGeom>
            <a:avLst/>
            <a:gdLst/>
            <a:ahLst/>
            <a:cxnLst/>
            <a:rect l="0" t="0" r="0" b="0"/>
            <a:pathLst>
              <a:path w="115227" h="170814">
                <a:moveTo>
                  <a:pt x="0" y="78638"/>
                </a:moveTo>
                <a:cubicBezTo>
                  <a:pt x="0" y="105701"/>
                  <a:pt x="5118" y="121068"/>
                  <a:pt x="21221" y="147040"/>
                </a:cubicBezTo>
                <a:cubicBezTo>
                  <a:pt x="33655" y="163131"/>
                  <a:pt x="45732" y="170814"/>
                  <a:pt x="57797" y="169722"/>
                </a:cubicBezTo>
                <a:cubicBezTo>
                  <a:pt x="69494" y="170814"/>
                  <a:pt x="81572" y="163131"/>
                  <a:pt x="94005" y="147040"/>
                </a:cubicBezTo>
                <a:cubicBezTo>
                  <a:pt x="110096" y="121068"/>
                  <a:pt x="115227" y="105701"/>
                  <a:pt x="115227" y="78638"/>
                </a:cubicBezTo>
                <a:cubicBezTo>
                  <a:pt x="115227" y="0"/>
                  <a:pt x="0" y="0"/>
                  <a:pt x="0" y="78638"/>
                </a:cubicBezTo>
                <a:close/>
                <a:moveTo>
                  <a:pt x="0" y="78638"/>
                </a:moveTo>
              </a:path>
            </a:pathLst>
          </a:custGeom>
          <a:solidFill>
            <a:srgbClr val="1D4988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" name="Freeform 2697">
            <a:extLst>
              <a:ext uri="{FF2B5EF4-FFF2-40B4-BE49-F238E27FC236}">
                <a16:creationId xmlns:a16="http://schemas.microsoft.com/office/drawing/2014/main" id="{79BA9BAD-DA70-BDCC-C8C8-2F87B1A086D7}"/>
              </a:ext>
            </a:extLst>
          </p:cNvPr>
          <p:cNvSpPr/>
          <p:nvPr/>
        </p:nvSpPr>
        <p:spPr>
          <a:xfrm>
            <a:off x="3067618" y="2870827"/>
            <a:ext cx="276174" cy="125463"/>
          </a:xfrm>
          <a:custGeom>
            <a:avLst/>
            <a:gdLst/>
            <a:ahLst/>
            <a:cxnLst/>
            <a:rect l="0" t="0" r="0" b="0"/>
            <a:pathLst>
              <a:path w="276174" h="125463">
                <a:moveTo>
                  <a:pt x="276174" y="125463"/>
                </a:moveTo>
                <a:cubicBezTo>
                  <a:pt x="276174" y="125463"/>
                  <a:pt x="276174" y="92545"/>
                  <a:pt x="272149" y="61811"/>
                </a:cubicBezTo>
                <a:cubicBezTo>
                  <a:pt x="268491" y="31458"/>
                  <a:pt x="209601" y="19393"/>
                  <a:pt x="187656" y="10605"/>
                </a:cubicBezTo>
                <a:cubicBezTo>
                  <a:pt x="180709" y="8052"/>
                  <a:pt x="176683" y="3658"/>
                  <a:pt x="174854" y="0"/>
                </a:cubicBezTo>
                <a:cubicBezTo>
                  <a:pt x="164605" y="9144"/>
                  <a:pt x="152540" y="15735"/>
                  <a:pt x="138278" y="14999"/>
                </a:cubicBezTo>
                <a:cubicBezTo>
                  <a:pt x="124003" y="15735"/>
                  <a:pt x="111938" y="9144"/>
                  <a:pt x="101702" y="0"/>
                </a:cubicBezTo>
                <a:cubicBezTo>
                  <a:pt x="99873" y="3658"/>
                  <a:pt x="96215" y="7684"/>
                  <a:pt x="88532" y="10605"/>
                </a:cubicBezTo>
                <a:cubicBezTo>
                  <a:pt x="66586" y="19393"/>
                  <a:pt x="8052" y="31458"/>
                  <a:pt x="4026" y="61811"/>
                </a:cubicBezTo>
                <a:cubicBezTo>
                  <a:pt x="0" y="92545"/>
                  <a:pt x="0" y="125463"/>
                  <a:pt x="0" y="125463"/>
                </a:cubicBezTo>
                <a:lnTo>
                  <a:pt x="38418" y="125463"/>
                </a:lnTo>
                <a:lnTo>
                  <a:pt x="38418" y="116688"/>
                </a:lnTo>
                <a:cubicBezTo>
                  <a:pt x="38418" y="113386"/>
                  <a:pt x="40970" y="110833"/>
                  <a:pt x="44272" y="110833"/>
                </a:cubicBezTo>
                <a:cubicBezTo>
                  <a:pt x="47562" y="110833"/>
                  <a:pt x="50115" y="113386"/>
                  <a:pt x="50115" y="116688"/>
                </a:cubicBezTo>
                <a:lnTo>
                  <a:pt x="50115" y="125463"/>
                </a:lnTo>
                <a:lnTo>
                  <a:pt x="226073" y="125463"/>
                </a:lnTo>
                <a:lnTo>
                  <a:pt x="226073" y="116688"/>
                </a:lnTo>
                <a:cubicBezTo>
                  <a:pt x="226073" y="113386"/>
                  <a:pt x="228626" y="110833"/>
                  <a:pt x="231915" y="110833"/>
                </a:cubicBezTo>
                <a:cubicBezTo>
                  <a:pt x="235217" y="110833"/>
                  <a:pt x="238138" y="113386"/>
                  <a:pt x="238138" y="116688"/>
                </a:cubicBezTo>
                <a:lnTo>
                  <a:pt x="238138" y="125463"/>
                </a:lnTo>
                <a:close/>
                <a:moveTo>
                  <a:pt x="276174" y="125463"/>
                </a:moveTo>
              </a:path>
            </a:pathLst>
          </a:custGeom>
          <a:solidFill>
            <a:srgbClr val="1D4988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" name="Freeform 2698">
            <a:extLst>
              <a:ext uri="{FF2B5EF4-FFF2-40B4-BE49-F238E27FC236}">
                <a16:creationId xmlns:a16="http://schemas.microsoft.com/office/drawing/2014/main" id="{43C776EF-237E-2595-DBBF-A4F682971471}"/>
              </a:ext>
            </a:extLst>
          </p:cNvPr>
          <p:cNvSpPr/>
          <p:nvPr/>
        </p:nvSpPr>
        <p:spPr>
          <a:xfrm>
            <a:off x="4577544" y="4521989"/>
            <a:ext cx="330606" cy="89725"/>
          </a:xfrm>
          <a:custGeom>
            <a:avLst/>
            <a:gdLst/>
            <a:ahLst/>
            <a:cxnLst/>
            <a:rect l="0" t="0" r="0" b="0"/>
            <a:pathLst>
              <a:path w="330606" h="89725">
                <a:moveTo>
                  <a:pt x="246799" y="62484"/>
                </a:moveTo>
                <a:cubicBezTo>
                  <a:pt x="232855" y="53404"/>
                  <a:pt x="221933" y="40640"/>
                  <a:pt x="215354" y="25515"/>
                </a:cubicBezTo>
                <a:lnTo>
                  <a:pt x="204039" y="0"/>
                </a:lnTo>
                <a:lnTo>
                  <a:pt x="126429" y="0"/>
                </a:lnTo>
                <a:lnTo>
                  <a:pt x="115113" y="25654"/>
                </a:lnTo>
                <a:cubicBezTo>
                  <a:pt x="101562" y="56452"/>
                  <a:pt x="71031" y="76441"/>
                  <a:pt x="37224" y="76441"/>
                </a:cubicBezTo>
                <a:cubicBezTo>
                  <a:pt x="26302" y="76441"/>
                  <a:pt x="15647" y="79476"/>
                  <a:pt x="6439" y="85267"/>
                </a:cubicBezTo>
                <a:cubicBezTo>
                  <a:pt x="4204" y="86575"/>
                  <a:pt x="2096" y="88150"/>
                  <a:pt x="0" y="89725"/>
                </a:cubicBezTo>
                <a:lnTo>
                  <a:pt x="330606" y="89725"/>
                </a:lnTo>
                <a:cubicBezTo>
                  <a:pt x="320217" y="81305"/>
                  <a:pt x="307060" y="76441"/>
                  <a:pt x="293382" y="76441"/>
                </a:cubicBezTo>
                <a:cubicBezTo>
                  <a:pt x="276809" y="76428"/>
                  <a:pt x="260629" y="71564"/>
                  <a:pt x="246811" y="62484"/>
                </a:cubicBezTo>
                <a:close/>
                <a:moveTo>
                  <a:pt x="246799" y="62484"/>
                </a:moveTo>
              </a:path>
            </a:pathLst>
          </a:custGeom>
          <a:solidFill>
            <a:srgbClr val="1D4988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" name="Freeform 2699">
            <a:extLst>
              <a:ext uri="{FF2B5EF4-FFF2-40B4-BE49-F238E27FC236}">
                <a16:creationId xmlns:a16="http://schemas.microsoft.com/office/drawing/2014/main" id="{DAB3B526-4332-DC63-D99A-DDFCBFC498EE}"/>
              </a:ext>
            </a:extLst>
          </p:cNvPr>
          <p:cNvSpPr/>
          <p:nvPr/>
        </p:nvSpPr>
        <p:spPr>
          <a:xfrm>
            <a:off x="4517010" y="3892072"/>
            <a:ext cx="30784" cy="30911"/>
          </a:xfrm>
          <a:custGeom>
            <a:avLst/>
            <a:gdLst/>
            <a:ahLst/>
            <a:cxnLst/>
            <a:rect l="0" t="0" r="0" b="0"/>
            <a:pathLst>
              <a:path w="30784" h="30911">
                <a:moveTo>
                  <a:pt x="0" y="30911"/>
                </a:moveTo>
                <a:lnTo>
                  <a:pt x="30784" y="30911"/>
                </a:lnTo>
                <a:lnTo>
                  <a:pt x="30784" y="0"/>
                </a:lnTo>
                <a:close/>
                <a:moveTo>
                  <a:pt x="0" y="30911"/>
                </a:moveTo>
              </a:path>
            </a:pathLst>
          </a:custGeom>
          <a:solidFill>
            <a:srgbClr val="1D4988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" name="Freeform 2700">
            <a:extLst>
              <a:ext uri="{FF2B5EF4-FFF2-40B4-BE49-F238E27FC236}">
                <a16:creationId xmlns:a16="http://schemas.microsoft.com/office/drawing/2014/main" id="{FA08FD84-911A-6A0C-91B8-43AAB526C559}"/>
              </a:ext>
            </a:extLst>
          </p:cNvPr>
          <p:cNvSpPr/>
          <p:nvPr/>
        </p:nvSpPr>
        <p:spPr>
          <a:xfrm>
            <a:off x="4351515" y="3977560"/>
            <a:ext cx="782014" cy="518223"/>
          </a:xfrm>
          <a:custGeom>
            <a:avLst/>
            <a:gdLst/>
            <a:ahLst/>
            <a:cxnLst/>
            <a:rect l="0" t="0" r="0" b="0"/>
            <a:pathLst>
              <a:path w="782014" h="518223">
                <a:moveTo>
                  <a:pt x="540981" y="458368"/>
                </a:moveTo>
                <a:lnTo>
                  <a:pt x="99999" y="458368"/>
                </a:lnTo>
                <a:lnTo>
                  <a:pt x="99999" y="432054"/>
                </a:lnTo>
                <a:lnTo>
                  <a:pt x="120523" y="432054"/>
                </a:lnTo>
                <a:lnTo>
                  <a:pt x="120523" y="0"/>
                </a:lnTo>
                <a:lnTo>
                  <a:pt x="60134" y="0"/>
                </a:lnTo>
                <a:cubicBezTo>
                  <a:pt x="26974" y="0"/>
                  <a:pt x="0" y="26975"/>
                  <a:pt x="0" y="60135"/>
                </a:cubicBezTo>
                <a:lnTo>
                  <a:pt x="0" y="432181"/>
                </a:lnTo>
                <a:lnTo>
                  <a:pt x="61963" y="432181"/>
                </a:lnTo>
                <a:lnTo>
                  <a:pt x="61963" y="458494"/>
                </a:lnTo>
                <a:lnTo>
                  <a:pt x="0" y="458494"/>
                </a:lnTo>
                <a:cubicBezTo>
                  <a:pt x="139" y="491387"/>
                  <a:pt x="26974" y="518223"/>
                  <a:pt x="59994" y="518223"/>
                </a:cubicBezTo>
                <a:lnTo>
                  <a:pt x="722019" y="518223"/>
                </a:lnTo>
                <a:cubicBezTo>
                  <a:pt x="755039" y="518223"/>
                  <a:pt x="781887" y="491527"/>
                  <a:pt x="782014" y="458494"/>
                </a:cubicBezTo>
                <a:lnTo>
                  <a:pt x="540981" y="458494"/>
                </a:lnTo>
                <a:close/>
                <a:moveTo>
                  <a:pt x="540981" y="458368"/>
                </a:moveTo>
              </a:path>
            </a:pathLst>
          </a:custGeom>
          <a:solidFill>
            <a:srgbClr val="1D4988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" name="Freeform 2701">
            <a:extLst>
              <a:ext uri="{FF2B5EF4-FFF2-40B4-BE49-F238E27FC236}">
                <a16:creationId xmlns:a16="http://schemas.microsoft.com/office/drawing/2014/main" id="{64027906-D07C-9ED8-91E3-467D97702DBC}"/>
              </a:ext>
            </a:extLst>
          </p:cNvPr>
          <p:cNvSpPr/>
          <p:nvPr/>
        </p:nvSpPr>
        <p:spPr>
          <a:xfrm>
            <a:off x="4918271" y="4159793"/>
            <a:ext cx="145109" cy="145110"/>
          </a:xfrm>
          <a:custGeom>
            <a:avLst/>
            <a:gdLst/>
            <a:ahLst/>
            <a:cxnLst/>
            <a:rect l="0" t="0" r="0" b="0"/>
            <a:pathLst>
              <a:path w="145109" h="145110">
                <a:moveTo>
                  <a:pt x="58940" y="0"/>
                </a:moveTo>
                <a:lnTo>
                  <a:pt x="58940" y="58927"/>
                </a:lnTo>
                <a:lnTo>
                  <a:pt x="533" y="58927"/>
                </a:lnTo>
                <a:lnTo>
                  <a:pt x="533" y="70383"/>
                </a:lnTo>
                <a:lnTo>
                  <a:pt x="0" y="70383"/>
                </a:lnTo>
                <a:lnTo>
                  <a:pt x="0" y="86169"/>
                </a:lnTo>
                <a:lnTo>
                  <a:pt x="58940" y="86169"/>
                </a:lnTo>
                <a:lnTo>
                  <a:pt x="58940" y="145110"/>
                </a:lnTo>
                <a:lnTo>
                  <a:pt x="86168" y="145110"/>
                </a:lnTo>
                <a:lnTo>
                  <a:pt x="86168" y="86169"/>
                </a:lnTo>
                <a:lnTo>
                  <a:pt x="145109" y="86169"/>
                </a:lnTo>
                <a:lnTo>
                  <a:pt x="145109" y="58927"/>
                </a:lnTo>
                <a:lnTo>
                  <a:pt x="86168" y="58927"/>
                </a:lnTo>
                <a:lnTo>
                  <a:pt x="86168" y="0"/>
                </a:lnTo>
                <a:close/>
                <a:moveTo>
                  <a:pt x="58940" y="0"/>
                </a:moveTo>
              </a:path>
            </a:pathLst>
          </a:custGeom>
          <a:solidFill>
            <a:srgbClr val="1D4988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7" name="Picture 2702">
            <a:extLst>
              <a:ext uri="{FF2B5EF4-FFF2-40B4-BE49-F238E27FC236}">
                <a16:creationId xmlns:a16="http://schemas.microsoft.com/office/drawing/2014/main" id="{0F2089C8-05F9-C002-663D-69959DB8ACA6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5627" y="3860805"/>
            <a:ext cx="660971" cy="561517"/>
          </a:xfrm>
          <a:prstGeom prst="rect">
            <a:avLst/>
          </a:prstGeom>
          <a:noFill/>
        </p:spPr>
      </p:pic>
      <p:sp>
        <p:nvSpPr>
          <p:cNvPr id="108" name="Freeform 2703">
            <a:extLst>
              <a:ext uri="{FF2B5EF4-FFF2-40B4-BE49-F238E27FC236}">
                <a16:creationId xmlns:a16="http://schemas.microsoft.com/office/drawing/2014/main" id="{3DACA2EE-5C38-8D5E-CFB5-CB2B54C89533}"/>
              </a:ext>
            </a:extLst>
          </p:cNvPr>
          <p:cNvSpPr/>
          <p:nvPr/>
        </p:nvSpPr>
        <p:spPr>
          <a:xfrm>
            <a:off x="4543072" y="4638014"/>
            <a:ext cx="393229" cy="41033"/>
          </a:xfrm>
          <a:custGeom>
            <a:avLst/>
            <a:gdLst/>
            <a:ahLst/>
            <a:cxnLst/>
            <a:rect l="0" t="0" r="0" b="0"/>
            <a:pathLst>
              <a:path w="393229" h="41033">
                <a:moveTo>
                  <a:pt x="372706" y="0"/>
                </a:moveTo>
                <a:lnTo>
                  <a:pt x="20523" y="0"/>
                </a:lnTo>
                <a:cubicBezTo>
                  <a:pt x="9207" y="0"/>
                  <a:pt x="0" y="9207"/>
                  <a:pt x="0" y="20523"/>
                </a:cubicBezTo>
                <a:cubicBezTo>
                  <a:pt x="0" y="31838"/>
                  <a:pt x="9220" y="41033"/>
                  <a:pt x="20523" y="41033"/>
                </a:cubicBezTo>
                <a:lnTo>
                  <a:pt x="372706" y="41033"/>
                </a:lnTo>
                <a:cubicBezTo>
                  <a:pt x="384021" y="41033"/>
                  <a:pt x="393229" y="31826"/>
                  <a:pt x="393229" y="20523"/>
                </a:cubicBezTo>
                <a:cubicBezTo>
                  <a:pt x="393229" y="9207"/>
                  <a:pt x="384034" y="0"/>
                  <a:pt x="372718" y="0"/>
                </a:cubicBezTo>
                <a:close/>
                <a:moveTo>
                  <a:pt x="372706" y="0"/>
                </a:moveTo>
              </a:path>
            </a:pathLst>
          </a:custGeom>
          <a:solidFill>
            <a:srgbClr val="1D4988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" name="Freeform 2704">
            <a:extLst>
              <a:ext uri="{FF2B5EF4-FFF2-40B4-BE49-F238E27FC236}">
                <a16:creationId xmlns:a16="http://schemas.microsoft.com/office/drawing/2014/main" id="{D59609DB-C809-2E76-41FC-C3067170EB75}"/>
              </a:ext>
            </a:extLst>
          </p:cNvPr>
          <p:cNvSpPr/>
          <p:nvPr/>
        </p:nvSpPr>
        <p:spPr>
          <a:xfrm>
            <a:off x="6071652" y="2647722"/>
            <a:ext cx="429297" cy="452056"/>
          </a:xfrm>
          <a:custGeom>
            <a:avLst/>
            <a:gdLst/>
            <a:ahLst/>
            <a:cxnLst/>
            <a:rect l="0" t="0" r="0" b="0"/>
            <a:pathLst>
              <a:path w="429297" h="452056">
                <a:moveTo>
                  <a:pt x="374027" y="107556"/>
                </a:moveTo>
                <a:cubicBezTo>
                  <a:pt x="375042" y="95339"/>
                  <a:pt x="370433" y="83312"/>
                  <a:pt x="361493" y="74918"/>
                </a:cubicBezTo>
                <a:cubicBezTo>
                  <a:pt x="352679" y="66510"/>
                  <a:pt x="340487" y="62624"/>
                  <a:pt x="328435" y="64351"/>
                </a:cubicBezTo>
                <a:cubicBezTo>
                  <a:pt x="233959" y="77470"/>
                  <a:pt x="137858" y="57557"/>
                  <a:pt x="56388" y="7950"/>
                </a:cubicBezTo>
                <a:cubicBezTo>
                  <a:pt x="45021" y="953"/>
                  <a:pt x="30924" y="0"/>
                  <a:pt x="18720" y="5436"/>
                </a:cubicBezTo>
                <a:cubicBezTo>
                  <a:pt x="10757" y="9004"/>
                  <a:pt x="4191" y="15100"/>
                  <a:pt x="0" y="22759"/>
                </a:cubicBezTo>
                <a:lnTo>
                  <a:pt x="429297" y="452056"/>
                </a:lnTo>
                <a:cubicBezTo>
                  <a:pt x="389508" y="370547"/>
                  <a:pt x="361836" y="258419"/>
                  <a:pt x="374027" y="107544"/>
                </a:cubicBezTo>
                <a:close/>
                <a:moveTo>
                  <a:pt x="374027" y="107556"/>
                </a:moveTo>
              </a:path>
            </a:pathLst>
          </a:custGeom>
          <a:solidFill>
            <a:srgbClr val="45B36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" name="Freeform 2705">
            <a:extLst>
              <a:ext uri="{FF2B5EF4-FFF2-40B4-BE49-F238E27FC236}">
                <a16:creationId xmlns:a16="http://schemas.microsoft.com/office/drawing/2014/main" id="{02089145-4E3F-EE0D-A1A4-13BEDC807908}"/>
              </a:ext>
            </a:extLst>
          </p:cNvPr>
          <p:cNvSpPr/>
          <p:nvPr/>
        </p:nvSpPr>
        <p:spPr>
          <a:xfrm>
            <a:off x="6047948" y="2776921"/>
            <a:ext cx="509180" cy="534873"/>
          </a:xfrm>
          <a:custGeom>
            <a:avLst/>
            <a:gdLst/>
            <a:ahLst/>
            <a:cxnLst/>
            <a:rect l="0" t="0" r="0" b="0"/>
            <a:pathLst>
              <a:path w="509180" h="534873">
                <a:moveTo>
                  <a:pt x="198145" y="534873"/>
                </a:moveTo>
                <a:cubicBezTo>
                  <a:pt x="201332" y="534873"/>
                  <a:pt x="204520" y="534493"/>
                  <a:pt x="207631" y="533718"/>
                </a:cubicBezTo>
                <a:cubicBezTo>
                  <a:pt x="255714" y="521793"/>
                  <a:pt x="380110" y="494856"/>
                  <a:pt x="496023" y="502501"/>
                </a:cubicBezTo>
                <a:lnTo>
                  <a:pt x="496010" y="502501"/>
                </a:lnTo>
                <a:cubicBezTo>
                  <a:pt x="500443" y="502781"/>
                  <a:pt x="504888" y="502336"/>
                  <a:pt x="509180" y="501168"/>
                </a:cubicBezTo>
                <a:lnTo>
                  <a:pt x="8001" y="0"/>
                </a:lnTo>
                <a:cubicBezTo>
                  <a:pt x="0" y="131369"/>
                  <a:pt x="18771" y="335014"/>
                  <a:pt x="166472" y="519583"/>
                </a:cubicBezTo>
                <a:cubicBezTo>
                  <a:pt x="174168" y="529209"/>
                  <a:pt x="185801" y="534835"/>
                  <a:pt x="198133" y="534873"/>
                </a:cubicBezTo>
                <a:close/>
                <a:moveTo>
                  <a:pt x="198145" y="534873"/>
                </a:moveTo>
              </a:path>
            </a:pathLst>
          </a:custGeom>
          <a:solidFill>
            <a:srgbClr val="45B36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2" name="Picture 2707">
            <a:extLst>
              <a:ext uri="{FF2B5EF4-FFF2-40B4-BE49-F238E27FC236}">
                <a16:creationId xmlns:a16="http://schemas.microsoft.com/office/drawing/2014/main" id="{E9E25B5B-3A6A-CFBD-E5F1-EC08977D4E8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20340" y="2441260"/>
            <a:ext cx="787400" cy="944218"/>
          </a:xfrm>
          <a:prstGeom prst="rect">
            <a:avLst/>
          </a:prstGeom>
          <a:noFill/>
        </p:spPr>
      </p:pic>
      <p:sp>
        <p:nvSpPr>
          <p:cNvPr id="113" name="Freeform 2708">
            <a:extLst>
              <a:ext uri="{FF2B5EF4-FFF2-40B4-BE49-F238E27FC236}">
                <a16:creationId xmlns:a16="http://schemas.microsoft.com/office/drawing/2014/main" id="{D6025004-9275-FADD-90CA-453CE82FC697}"/>
              </a:ext>
            </a:extLst>
          </p:cNvPr>
          <p:cNvSpPr/>
          <p:nvPr/>
        </p:nvSpPr>
        <p:spPr>
          <a:xfrm>
            <a:off x="9688677" y="3083327"/>
            <a:ext cx="44424" cy="44424"/>
          </a:xfrm>
          <a:custGeom>
            <a:avLst/>
            <a:gdLst/>
            <a:ahLst/>
            <a:cxnLst/>
            <a:rect l="0" t="0" r="0" b="0"/>
            <a:pathLst>
              <a:path w="44424" h="44424">
                <a:moveTo>
                  <a:pt x="44424" y="22212"/>
                </a:moveTo>
                <a:cubicBezTo>
                  <a:pt x="44424" y="34480"/>
                  <a:pt x="34480" y="44424"/>
                  <a:pt x="22212" y="44424"/>
                </a:cubicBezTo>
                <a:cubicBezTo>
                  <a:pt x="9944" y="44424"/>
                  <a:pt x="0" y="34480"/>
                  <a:pt x="0" y="22212"/>
                </a:cubicBezTo>
                <a:cubicBezTo>
                  <a:pt x="0" y="9944"/>
                  <a:pt x="9944" y="0"/>
                  <a:pt x="22212" y="0"/>
                </a:cubicBezTo>
                <a:cubicBezTo>
                  <a:pt x="34480" y="0"/>
                  <a:pt x="44424" y="9944"/>
                  <a:pt x="44424" y="22212"/>
                </a:cubicBezTo>
              </a:path>
            </a:pathLst>
          </a:custGeom>
          <a:solidFill>
            <a:srgbClr val="45B36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" name="Rectangle 2745">
            <a:extLst>
              <a:ext uri="{FF2B5EF4-FFF2-40B4-BE49-F238E27FC236}">
                <a16:creationId xmlns:a16="http://schemas.microsoft.com/office/drawing/2014/main" id="{943B596C-2A64-8623-D291-623E1ADBEDBC}"/>
              </a:ext>
            </a:extLst>
          </p:cNvPr>
          <p:cNvSpPr/>
          <p:nvPr/>
        </p:nvSpPr>
        <p:spPr>
          <a:xfrm>
            <a:off x="2721910" y="3446549"/>
            <a:ext cx="985847" cy="31072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0620"/>
            <a:r>
              <a:rPr lang="en-US" sz="1019" b="0" i="0" spc="0" baseline="0" dirty="0">
                <a:solidFill>
                  <a:srgbClr val="1D4889"/>
                </a:solidFill>
                <a:latin typeface="EYInterstate Light" panose="02000506000000020004" pitchFamily="2" charset="0"/>
              </a:rPr>
              <a:t>Online Presence</a:t>
            </a:r>
          </a:p>
          <a:p>
            <a:pPr marL="0">
              <a:lnSpc>
                <a:spcPts val="1190"/>
              </a:lnSpc>
            </a:pPr>
            <a:r>
              <a:rPr lang="en-US" sz="1019" b="0" i="0" spc="0" baseline="0" dirty="0">
                <a:solidFill>
                  <a:srgbClr val="1D4889"/>
                </a:solidFill>
                <a:latin typeface="EYInterstate Light" panose="02000506000000020004" pitchFamily="2" charset="0"/>
              </a:rPr>
              <a:t>&amp; Discoverability</a:t>
            </a:r>
          </a:p>
        </p:txBody>
      </p:sp>
      <p:sp>
        <p:nvSpPr>
          <p:cNvPr id="136" name="Rectangle 2746">
            <a:extLst>
              <a:ext uri="{FF2B5EF4-FFF2-40B4-BE49-F238E27FC236}">
                <a16:creationId xmlns:a16="http://schemas.microsoft.com/office/drawing/2014/main" id="{3287461F-1326-36F7-8049-D1A5F22BDF99}"/>
              </a:ext>
            </a:extLst>
          </p:cNvPr>
          <p:cNvSpPr/>
          <p:nvPr/>
        </p:nvSpPr>
        <p:spPr>
          <a:xfrm>
            <a:off x="4353260" y="4853323"/>
            <a:ext cx="1048430" cy="3136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/>
            <a:r>
              <a:rPr lang="en-US" sz="1019" b="0" i="0" spc="0" baseline="0" dirty="0">
                <a:solidFill>
                  <a:srgbClr val="1D4889"/>
                </a:solidFill>
                <a:latin typeface="EYInterstate Light" panose="02000506000000020004" pitchFamily="2" charset="0"/>
              </a:rPr>
              <a:t>Digital Doctor Certificate</a:t>
            </a:r>
          </a:p>
        </p:txBody>
      </p:sp>
      <p:sp>
        <p:nvSpPr>
          <p:cNvPr id="137" name="Rectangle 2747">
            <a:extLst>
              <a:ext uri="{FF2B5EF4-FFF2-40B4-BE49-F238E27FC236}">
                <a16:creationId xmlns:a16="http://schemas.microsoft.com/office/drawing/2014/main" id="{19947296-5C56-51DC-E93D-759F91A523C8}"/>
              </a:ext>
            </a:extLst>
          </p:cNvPr>
          <p:cNvSpPr/>
          <p:nvPr/>
        </p:nvSpPr>
        <p:spPr>
          <a:xfrm>
            <a:off x="5614026" y="3574285"/>
            <a:ext cx="1654118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/>
            <a:r>
              <a:rPr lang="en-US" sz="1100" b="0" i="0" spc="0" baseline="0" dirty="0">
                <a:solidFill>
                  <a:srgbClr val="1D4889"/>
                </a:solidFill>
                <a:latin typeface="EYInterstate Light" panose="02000506000000020004" pitchFamily="2" charset="0"/>
              </a:rPr>
              <a:t>Unique &amp; Trustable Identity</a:t>
            </a:r>
          </a:p>
        </p:txBody>
      </p:sp>
      <p:sp>
        <p:nvSpPr>
          <p:cNvPr id="138" name="Rectangle 2748">
            <a:extLst>
              <a:ext uri="{FF2B5EF4-FFF2-40B4-BE49-F238E27FC236}">
                <a16:creationId xmlns:a16="http://schemas.microsoft.com/office/drawing/2014/main" id="{7A76BF9E-4A50-FCED-8388-307DF795A510}"/>
              </a:ext>
            </a:extLst>
          </p:cNvPr>
          <p:cNvSpPr/>
          <p:nvPr/>
        </p:nvSpPr>
        <p:spPr>
          <a:xfrm>
            <a:off x="9032718" y="3537184"/>
            <a:ext cx="886461" cy="1568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1019" b="0" i="0" spc="0" baseline="0" dirty="0">
                <a:solidFill>
                  <a:srgbClr val="1D4889"/>
                </a:solidFill>
                <a:latin typeface="EYInterstate Light" panose="02000506000000020004" pitchFamily="2" charset="0"/>
              </a:rPr>
              <a:t>Teleconsultation</a:t>
            </a:r>
          </a:p>
        </p:txBody>
      </p:sp>
      <p:sp>
        <p:nvSpPr>
          <p:cNvPr id="140" name="Rectangle 2750">
            <a:extLst>
              <a:ext uri="{FF2B5EF4-FFF2-40B4-BE49-F238E27FC236}">
                <a16:creationId xmlns:a16="http://schemas.microsoft.com/office/drawing/2014/main" id="{A61F5BD2-687B-9742-86A4-DE748AC21F12}"/>
              </a:ext>
            </a:extLst>
          </p:cNvPr>
          <p:cNvSpPr/>
          <p:nvPr/>
        </p:nvSpPr>
        <p:spPr>
          <a:xfrm>
            <a:off x="7458362" y="4854670"/>
            <a:ext cx="774251" cy="1568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1019" b="0" i="0" spc="0" baseline="0" dirty="0">
                <a:solidFill>
                  <a:srgbClr val="1D4889"/>
                </a:solidFill>
                <a:latin typeface="EYInterstate Light" panose="02000506000000020004" pitchFamily="2" charset="0"/>
              </a:rPr>
              <a:t>Other Benefits</a:t>
            </a:r>
          </a:p>
        </p:txBody>
      </p:sp>
      <p:sp>
        <p:nvSpPr>
          <p:cNvPr id="141" name="Rectangle 3071">
            <a:extLst>
              <a:ext uri="{FF2B5EF4-FFF2-40B4-BE49-F238E27FC236}">
                <a16:creationId xmlns:a16="http://schemas.microsoft.com/office/drawing/2014/main" id="{5CC3C523-0ECF-79A3-91E8-01DF567A7E8D}"/>
              </a:ext>
            </a:extLst>
          </p:cNvPr>
          <p:cNvSpPr/>
          <p:nvPr/>
        </p:nvSpPr>
        <p:spPr>
          <a:xfrm>
            <a:off x="2437123" y="5359046"/>
            <a:ext cx="3588341" cy="60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400" b="1" i="0" spc="0" baseline="0" dirty="0">
                <a:solidFill>
                  <a:srgbClr val="565656"/>
                </a:solidFill>
                <a:latin typeface="EYInterstate Light" panose="02000506000000020004" pitchFamily="2" charset="0"/>
              </a:rPr>
              <a:t>4. Digital </a:t>
            </a:r>
            <a:r>
              <a:rPr lang="en-US" sz="1400" b="1" dirty="0">
                <a:solidFill>
                  <a:srgbClr val="565656"/>
                </a:solidFill>
                <a:latin typeface="EYInterstate Light" panose="02000506000000020004" pitchFamily="2" charset="0"/>
              </a:rPr>
              <a:t>Certificate</a:t>
            </a:r>
            <a:r>
              <a:rPr lang="en-US" sz="1400" b="1" i="0" spc="0" baseline="0" dirty="0">
                <a:solidFill>
                  <a:srgbClr val="565656"/>
                </a:solidFill>
                <a:latin typeface="EYInterstate Light" panose="02000506000000020004" pitchFamily="2" charset="0"/>
              </a:rPr>
              <a:t>: </a:t>
            </a:r>
            <a:r>
              <a:rPr lang="en-US" sz="1200" dirty="0">
                <a:solidFill>
                  <a:srgbClr val="565656"/>
                </a:solidFill>
                <a:latin typeface="EYInterstate Light" panose="02000506000000020004" pitchFamily="2" charset="0"/>
                <a:sym typeface="Open Sans"/>
              </a:rPr>
              <a:t>Digital Doctor certificate (once verified)  and Digital Facility Certificate (once Verified)</a:t>
            </a:r>
          </a:p>
          <a:p>
            <a:pPr marL="0"/>
            <a:endParaRPr lang="en-US" sz="1300" b="0" i="0" spc="0" baseline="0" dirty="0">
              <a:solidFill>
                <a:srgbClr val="565656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47" name="Rectangle 3070">
            <a:extLst>
              <a:ext uri="{FF2B5EF4-FFF2-40B4-BE49-F238E27FC236}">
                <a16:creationId xmlns:a16="http://schemas.microsoft.com/office/drawing/2014/main" id="{86AE2596-D6BE-A54E-D794-EC22CC668892}"/>
              </a:ext>
            </a:extLst>
          </p:cNvPr>
          <p:cNvSpPr/>
          <p:nvPr/>
        </p:nvSpPr>
        <p:spPr>
          <a:xfrm>
            <a:off x="615028" y="987793"/>
            <a:ext cx="311441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/>
            <a:r>
              <a:rPr lang="en-US" sz="1400" b="1" i="0" spc="0" baseline="0" dirty="0">
                <a:solidFill>
                  <a:srgbClr val="565656"/>
                </a:solidFill>
                <a:latin typeface="EYInterstate Light" panose="02000506000000020004" pitchFamily="2" charset="0"/>
              </a:rPr>
              <a:t>1.Online Presence &amp; Discoverability: </a:t>
            </a:r>
            <a:r>
              <a:rPr lang="en-US" sz="1300" b="0" i="0" spc="0" baseline="0" dirty="0">
                <a:solidFill>
                  <a:srgbClr val="565656"/>
                </a:solidFill>
                <a:latin typeface="EYInterstate Light" panose="02000506000000020004" pitchFamily="2" charset="0"/>
              </a:rPr>
              <a:t>Ease of discovery, verified profiles on a national platform instilling trust</a:t>
            </a:r>
          </a:p>
        </p:txBody>
      </p:sp>
      <p:sp>
        <p:nvSpPr>
          <p:cNvPr id="148" name="Rectangle 3072">
            <a:extLst>
              <a:ext uri="{FF2B5EF4-FFF2-40B4-BE49-F238E27FC236}">
                <a16:creationId xmlns:a16="http://schemas.microsoft.com/office/drawing/2014/main" id="{93AF4C83-145D-246C-8569-E21F9C82796B}"/>
              </a:ext>
            </a:extLst>
          </p:cNvPr>
          <p:cNvSpPr/>
          <p:nvPr/>
        </p:nvSpPr>
        <p:spPr>
          <a:xfrm>
            <a:off x="4734038" y="1023441"/>
            <a:ext cx="3212696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/>
            <a:r>
              <a:rPr lang="en-US" sz="1400" b="1" i="0" spc="0" baseline="0" dirty="0">
                <a:solidFill>
                  <a:srgbClr val="565656"/>
                </a:solidFill>
                <a:latin typeface="EYInterstate Light" panose="02000506000000020004" pitchFamily="2" charset="0"/>
              </a:rPr>
              <a:t>2. </a:t>
            </a:r>
            <a:r>
              <a:rPr lang="en-US" sz="1400" b="1" dirty="0">
                <a:solidFill>
                  <a:srgbClr val="565656"/>
                </a:solidFill>
                <a:latin typeface="EYInterstate Light" panose="02000506000000020004" pitchFamily="2" charset="0"/>
              </a:rPr>
              <a:t>Unique &amp; Trustable Identity: </a:t>
            </a:r>
            <a:r>
              <a:rPr lang="en-US" sz="1400" b="0" i="0" dirty="0">
                <a:solidFill>
                  <a:srgbClr val="7F7F7F"/>
                </a:solidFill>
                <a:effectLst/>
                <a:latin typeface="Roboto" panose="02000000000000000000" pitchFamily="2" charset="0"/>
              </a:rPr>
              <a:t>Provision of unique HP ID to connect with all stakeholders of the healthcare ecosystem.</a:t>
            </a:r>
            <a:endParaRPr lang="en-US" sz="1300" b="0" i="0" spc="0" baseline="0" dirty="0">
              <a:solidFill>
                <a:srgbClr val="565656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49" name="Rectangle 3073">
            <a:extLst>
              <a:ext uri="{FF2B5EF4-FFF2-40B4-BE49-F238E27FC236}">
                <a16:creationId xmlns:a16="http://schemas.microsoft.com/office/drawing/2014/main" id="{4A571A8F-CEF0-9DF5-F6A2-2DDD6310D4F8}"/>
              </a:ext>
            </a:extLst>
          </p:cNvPr>
          <p:cNvSpPr/>
          <p:nvPr/>
        </p:nvSpPr>
        <p:spPr>
          <a:xfrm>
            <a:off x="7946734" y="5191071"/>
            <a:ext cx="3399631" cy="1077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/>
            <a:r>
              <a:rPr lang="en-US" sz="1400" b="1" i="0" spc="0" baseline="0" dirty="0">
                <a:solidFill>
                  <a:srgbClr val="565656"/>
                </a:solidFill>
                <a:latin typeface="EYInterstate Light" panose="02000506000000020004" pitchFamily="2" charset="0"/>
              </a:rPr>
              <a:t>5. </a:t>
            </a:r>
            <a:r>
              <a:rPr lang="en-US" sz="1400" b="1" dirty="0">
                <a:solidFill>
                  <a:srgbClr val="565656"/>
                </a:solidFill>
                <a:latin typeface="EYInterstate Light" panose="02000506000000020004" pitchFamily="2" charset="0"/>
              </a:rPr>
              <a:t>Other Benefits</a:t>
            </a:r>
            <a:r>
              <a:rPr lang="en-US" sz="1400" b="1" i="0" spc="0" baseline="0" dirty="0">
                <a:solidFill>
                  <a:srgbClr val="565656"/>
                </a:solidFill>
                <a:latin typeface="EYInterstate Light" panose="02000506000000020004" pitchFamily="2" charset="0"/>
              </a:rPr>
              <a:t>: (After Profile Verification)</a:t>
            </a:r>
          </a:p>
          <a:p>
            <a:pPr marL="0"/>
            <a:r>
              <a:rPr lang="en-US" sz="1400" dirty="0">
                <a:solidFill>
                  <a:srgbClr val="565656"/>
                </a:solidFill>
                <a:latin typeface="EYInterstate Light" panose="02000506000000020004" pitchFamily="2" charset="0"/>
                <a:sym typeface="Open Sans"/>
              </a:rPr>
              <a:t>Healthcare Professional can participate in United Heath Interface (UHI), Healthcare Workforce Mobility Portal, </a:t>
            </a:r>
          </a:p>
          <a:p>
            <a:pPr marL="0"/>
            <a:r>
              <a:rPr lang="en-US" sz="1400" dirty="0">
                <a:solidFill>
                  <a:srgbClr val="565656"/>
                </a:solidFill>
                <a:latin typeface="EYInterstate Light" panose="02000506000000020004" pitchFamily="2" charset="0"/>
                <a:sym typeface="Open Sans"/>
              </a:rPr>
              <a:t>Medical Certificate</a:t>
            </a:r>
            <a:endParaRPr lang="en-US" sz="1300" b="0" i="0" spc="0" baseline="0" dirty="0">
              <a:solidFill>
                <a:srgbClr val="565656"/>
              </a:solidFill>
              <a:latin typeface="EYInterstate Light" panose="02000506000000020004" pitchFamily="2" charset="0"/>
            </a:endParaRPr>
          </a:p>
        </p:txBody>
      </p:sp>
      <p:sp>
        <p:nvSpPr>
          <p:cNvPr id="150" name="Rectangle 3074">
            <a:extLst>
              <a:ext uri="{FF2B5EF4-FFF2-40B4-BE49-F238E27FC236}">
                <a16:creationId xmlns:a16="http://schemas.microsoft.com/office/drawing/2014/main" id="{97CE05FB-FC55-9064-741F-572617F7507B}"/>
              </a:ext>
            </a:extLst>
          </p:cNvPr>
          <p:cNvSpPr/>
          <p:nvPr/>
        </p:nvSpPr>
        <p:spPr>
          <a:xfrm>
            <a:off x="8556644" y="1000610"/>
            <a:ext cx="2996302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82"/>
            <a:r>
              <a:rPr lang="en-US" sz="1400" b="1" i="0" spc="0" baseline="0" dirty="0">
                <a:solidFill>
                  <a:srgbClr val="565656"/>
                </a:solidFill>
                <a:latin typeface="EYInterstate Light" panose="02000506000000020004" pitchFamily="2" charset="0"/>
              </a:rPr>
              <a:t>3. Teleconsultation: </a:t>
            </a:r>
            <a:r>
              <a:rPr lang="en-US" sz="1400" i="0" spc="0" baseline="0" dirty="0">
                <a:solidFill>
                  <a:srgbClr val="565656"/>
                </a:solidFill>
                <a:latin typeface="EYInterstate Light" panose="02000506000000020004" pitchFamily="2" charset="0"/>
              </a:rPr>
              <a:t>With ABDM, doctors can engage with more patients, both in-persona and through tele-consultation</a:t>
            </a:r>
            <a:endParaRPr lang="en-US" sz="1300" b="0" i="0" spc="0" baseline="0" dirty="0">
              <a:solidFill>
                <a:srgbClr val="565656"/>
              </a:solidFill>
              <a:latin typeface="EYInterstate Light" panose="02000506000000020004" pitchFamily="2" charset="0"/>
            </a:endParaRPr>
          </a:p>
        </p:txBody>
      </p:sp>
      <p:pic>
        <p:nvPicPr>
          <p:cNvPr id="2" name="Google Shape;259;g239d23ec815_3_105">
            <a:extLst>
              <a:ext uri="{FF2B5EF4-FFF2-40B4-BE49-F238E27FC236}">
                <a16:creationId xmlns:a16="http://schemas.microsoft.com/office/drawing/2014/main" id="{9EC08311-F1BD-0A08-0D95-29BC02B701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8132" y="4120298"/>
            <a:ext cx="753068" cy="512185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7F65C57-1E57-310C-2667-35961962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101" y="2514413"/>
            <a:ext cx="991555" cy="933228"/>
          </a:xfrm>
          <a:prstGeom prst="rect">
            <a:avLst/>
          </a:prstGeom>
          <a:solidFill>
            <a:srgbClr val="0070C0"/>
          </a:solidFill>
        </p:spPr>
      </p:pic>
    </p:spTree>
    <p:extLst>
      <p:ext uri="{BB962C8B-B14F-4D97-AF65-F5344CB8AC3E}">
        <p14:creationId xmlns:p14="http://schemas.microsoft.com/office/powerpoint/2010/main" val="4129109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F30BA-6A8F-FDC8-BFAB-B3FB1AF9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843" y="1327459"/>
            <a:ext cx="10856017" cy="1680784"/>
          </a:xfrm>
        </p:spPr>
        <p:txBody>
          <a:bodyPr>
            <a:normAutofit fontScale="90000"/>
          </a:bodyPr>
          <a:lstStyle/>
          <a:p>
            <a:pPr>
              <a:spcBef>
                <a:spcPts val="1000"/>
              </a:spcBef>
            </a:pPr>
            <a:br>
              <a:rPr lang="en-US" sz="40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</a:br>
            <a:r>
              <a:rPr lang="en-US" sz="40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                    </a:t>
            </a:r>
            <a:r>
              <a:rPr lang="en-US" sz="4000" b="1" u="sng" dirty="0">
                <a:solidFill>
                  <a:srgbClr val="002060"/>
                </a:solidFill>
              </a:rPr>
              <a:t>National Healthcare Provider Registry</a:t>
            </a:r>
            <a:br>
              <a:rPr lang="en-US" sz="4000" b="1" u="sng" dirty="0">
                <a:solidFill>
                  <a:srgbClr val="002060"/>
                </a:solidFill>
              </a:rPr>
            </a:br>
            <a:br>
              <a:rPr lang="en-US" sz="4000" b="1" u="sng" dirty="0">
                <a:solidFill>
                  <a:srgbClr val="002060"/>
                </a:solidFill>
              </a:rPr>
            </a:br>
            <a:r>
              <a:rPr lang="en-US" sz="3100" b="1" dirty="0">
                <a:solidFill>
                  <a:srgbClr val="002060"/>
                </a:solidFill>
              </a:rPr>
              <a:t>Merging of HPR &amp; HFR into single Portal named as “National Healthcare Provider Registry”</a:t>
            </a: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US" sz="4000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>Roles:-</a:t>
            </a:r>
            <a:br>
              <a:rPr lang="en-US" sz="4000" dirty="0">
                <a:solidFill>
                  <a:srgbClr val="002060"/>
                </a:solidFill>
              </a:rPr>
            </a:br>
            <a:r>
              <a:rPr lang="en-US" sz="3600" dirty="0">
                <a:solidFill>
                  <a:srgbClr val="002060"/>
                </a:solidFill>
              </a:rPr>
              <a:t>a</a:t>
            </a:r>
            <a:r>
              <a:rPr lang="en-US" sz="3100" dirty="0">
                <a:solidFill>
                  <a:srgbClr val="002060"/>
                </a:solidFill>
              </a:rPr>
              <a:t>.</a:t>
            </a:r>
            <a:r>
              <a:rPr lang="en-US" sz="31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 Healthcare Professional</a:t>
            </a:r>
            <a:br>
              <a:rPr lang="en-US" sz="31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</a:br>
            <a:r>
              <a:rPr lang="en-US" sz="31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b. Facility Manager /Administrator </a:t>
            </a:r>
            <a:br>
              <a:rPr lang="en-US" sz="31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</a:br>
            <a:r>
              <a:rPr lang="en-US" sz="31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c. Healthcare Professional &amp; Facility Manager</a:t>
            </a:r>
            <a:endParaRPr lang="en-US" sz="4000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488C1-94B7-90E6-AA1C-D5CCCD0EF141}"/>
              </a:ext>
            </a:extLst>
          </p:cNvPr>
          <p:cNvSpPr txBox="1">
            <a:spLocks/>
          </p:cNvSpPr>
          <p:nvPr/>
        </p:nvSpPr>
        <p:spPr>
          <a:xfrm>
            <a:off x="699328" y="4828002"/>
            <a:ext cx="10515600" cy="15001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</a:rPr>
              <a:t>Registration Process</a:t>
            </a:r>
          </a:p>
          <a:p>
            <a:r>
              <a:rPr lang="en-US" i="1" dirty="0">
                <a:solidFill>
                  <a:srgbClr val="002060"/>
                </a:solidFill>
                <a:hlinkClick r:id="rId2"/>
              </a:rPr>
              <a:t>https://nhpr.abdm.gov.in/home</a:t>
            </a:r>
            <a:r>
              <a:rPr lang="en-US" i="1" dirty="0">
                <a:solidFill>
                  <a:srgbClr val="002060"/>
                </a:solidFill>
              </a:rPr>
              <a:t> </a:t>
            </a:r>
          </a:p>
        </p:txBody>
      </p:sp>
      <p:pic>
        <p:nvPicPr>
          <p:cNvPr id="7" name="Picture 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D6179F4F-27F1-3B09-7C1A-1A793FDF8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113" y="3008243"/>
            <a:ext cx="3111559" cy="281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90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1289-54D9-5512-1608-0D60B2CB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38C7A-6B23-4A19-6EB2-51A8D60FD0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9" r="1387" b="16491"/>
          <a:stretch/>
        </p:blipFill>
        <p:spPr>
          <a:xfrm>
            <a:off x="253353" y="106120"/>
            <a:ext cx="11755968" cy="6612732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5651AA-6522-405C-6DCF-80A3D1C575EC}"/>
              </a:ext>
            </a:extLst>
          </p:cNvPr>
          <p:cNvSpPr txBox="1"/>
          <p:nvPr/>
        </p:nvSpPr>
        <p:spPr>
          <a:xfrm>
            <a:off x="5366632" y="1574850"/>
            <a:ext cx="192987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User clicks on </a:t>
            </a:r>
            <a:r>
              <a:rPr lang="en-US" sz="1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Login/ Registration </a:t>
            </a:r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button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FA4D05-0A64-FAE0-FCD2-7BF4E5036666}"/>
              </a:ext>
            </a:extLst>
          </p:cNvPr>
          <p:cNvCxnSpPr>
            <a:cxnSpLocks/>
          </p:cNvCxnSpPr>
          <p:nvPr/>
        </p:nvCxnSpPr>
        <p:spPr>
          <a:xfrm>
            <a:off x="7296510" y="1871614"/>
            <a:ext cx="82027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3C2A25E-9EAC-EDF7-837A-05F94E324C38}"/>
              </a:ext>
            </a:extLst>
          </p:cNvPr>
          <p:cNvSpPr/>
          <p:nvPr/>
        </p:nvSpPr>
        <p:spPr>
          <a:xfrm>
            <a:off x="8116782" y="1469920"/>
            <a:ext cx="1676188" cy="733080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6F93DD-B635-23B5-9BD2-13B0A4162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0404" y="1813036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B3975A-5C96-68F0-2E4C-5FBF4ED2BBA0}"/>
              </a:ext>
            </a:extLst>
          </p:cNvPr>
          <p:cNvSpPr/>
          <p:nvPr/>
        </p:nvSpPr>
        <p:spPr>
          <a:xfrm>
            <a:off x="1223916" y="471141"/>
            <a:ext cx="2081992" cy="49300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105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DF042-6CF7-755B-6EBF-6277847E5B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7" t="16215" r="1196" b="7226"/>
          <a:stretch/>
        </p:blipFill>
        <p:spPr>
          <a:xfrm>
            <a:off x="278296" y="344557"/>
            <a:ext cx="11648661" cy="6281530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E1352A-0D1C-3066-0D7D-B23DE78F9AFC}"/>
              </a:ext>
            </a:extLst>
          </p:cNvPr>
          <p:cNvSpPr/>
          <p:nvPr/>
        </p:nvSpPr>
        <p:spPr>
          <a:xfrm>
            <a:off x="6342660" y="5817334"/>
            <a:ext cx="1012297" cy="448457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86352-610C-A11B-935B-40867B2F43DC}"/>
              </a:ext>
            </a:extLst>
          </p:cNvPr>
          <p:cNvSpPr txBox="1"/>
          <p:nvPr/>
        </p:nvSpPr>
        <p:spPr>
          <a:xfrm>
            <a:off x="8706726" y="5780640"/>
            <a:ext cx="231763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New user will click on </a:t>
            </a:r>
            <a:r>
              <a:rPr lang="en-US" sz="1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Registration </a:t>
            </a:r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button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B06911-E23B-A8AA-191D-137198825185}"/>
              </a:ext>
            </a:extLst>
          </p:cNvPr>
          <p:cNvCxnSpPr>
            <a:cxnSpLocks/>
          </p:cNvCxnSpPr>
          <p:nvPr/>
        </p:nvCxnSpPr>
        <p:spPr>
          <a:xfrm flipH="1">
            <a:off x="7368209" y="6028310"/>
            <a:ext cx="13385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D818063-4345-32FA-F23D-85F9C0EC6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563" y="6170833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051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9049E8-632D-A124-FD01-FA548888A7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79" t="15052" r="5652" b="5122"/>
          <a:stretch/>
        </p:blipFill>
        <p:spPr>
          <a:xfrm>
            <a:off x="384314" y="318052"/>
            <a:ext cx="11370364" cy="6188765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8BF092-02F6-1D97-9136-4A7236230179}"/>
              </a:ext>
            </a:extLst>
          </p:cNvPr>
          <p:cNvSpPr/>
          <p:nvPr/>
        </p:nvSpPr>
        <p:spPr>
          <a:xfrm>
            <a:off x="3286538" y="2093843"/>
            <a:ext cx="2729949" cy="741481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1EADBBA-8D3C-9C79-7919-71DE478253BC}"/>
              </a:ext>
            </a:extLst>
          </p:cNvPr>
          <p:cNvCxnSpPr>
            <a:cxnSpLocks/>
          </p:cNvCxnSpPr>
          <p:nvPr/>
        </p:nvCxnSpPr>
        <p:spPr>
          <a:xfrm>
            <a:off x="2292626" y="2397215"/>
            <a:ext cx="9939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EA2A3C-7D63-6753-6819-B1184297FCB7}"/>
              </a:ext>
            </a:extLst>
          </p:cNvPr>
          <p:cNvSpPr txBox="1"/>
          <p:nvPr/>
        </p:nvSpPr>
        <p:spPr>
          <a:xfrm>
            <a:off x="437323" y="2135605"/>
            <a:ext cx="185530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user will select </a:t>
            </a:r>
            <a:r>
              <a:rPr lang="en-US" sz="1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Aadhaar </a:t>
            </a:r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 an option to create HPID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20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3C419F-4AE4-F424-594A-1E9F6A45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3" y="384313"/>
            <a:ext cx="11698333" cy="6215270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A8EBFC-D358-4741-F7AE-63E4CE2AF4EC}"/>
              </a:ext>
            </a:extLst>
          </p:cNvPr>
          <p:cNvSpPr/>
          <p:nvPr/>
        </p:nvSpPr>
        <p:spPr>
          <a:xfrm>
            <a:off x="3237159" y="2979603"/>
            <a:ext cx="2772698" cy="677998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500D2-2AD5-68D7-DC43-444F32DC3AFF}"/>
              </a:ext>
            </a:extLst>
          </p:cNvPr>
          <p:cNvSpPr txBox="1"/>
          <p:nvPr/>
        </p:nvSpPr>
        <p:spPr>
          <a:xfrm>
            <a:off x="705995" y="2673830"/>
            <a:ext cx="153725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user will enter their </a:t>
            </a:r>
            <a:r>
              <a:rPr lang="en-US" sz="1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Aadhaar</a:t>
            </a:r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number and click on the </a:t>
            </a:r>
            <a:r>
              <a:rPr lang="en-US" sz="1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Submit </a:t>
            </a:r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button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A8769D-12BF-899F-1DA9-6EDDCD1A319D}"/>
              </a:ext>
            </a:extLst>
          </p:cNvPr>
          <p:cNvCxnSpPr>
            <a:cxnSpLocks/>
          </p:cNvCxnSpPr>
          <p:nvPr/>
        </p:nvCxnSpPr>
        <p:spPr>
          <a:xfrm>
            <a:off x="2243247" y="3258606"/>
            <a:ext cx="9939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2F3FE17-C047-E401-7776-CFC051AFBCE5}"/>
              </a:ext>
            </a:extLst>
          </p:cNvPr>
          <p:cNvSpPr/>
          <p:nvPr/>
        </p:nvSpPr>
        <p:spPr>
          <a:xfrm>
            <a:off x="6009856" y="5552661"/>
            <a:ext cx="2772697" cy="567710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772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7D255-FBC0-2F3F-364C-26528BCD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80D79A-4908-B3EB-18F1-4994DD13C9D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7"/>
          <a:stretch/>
        </p:blipFill>
        <p:spPr bwMode="auto">
          <a:xfrm>
            <a:off x="191307" y="212035"/>
            <a:ext cx="11809386" cy="6321287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468E26-DB03-38EC-C1F6-3B53080B987B}"/>
              </a:ext>
            </a:extLst>
          </p:cNvPr>
          <p:cNvSpPr/>
          <p:nvPr/>
        </p:nvSpPr>
        <p:spPr>
          <a:xfrm>
            <a:off x="6096000" y="5565913"/>
            <a:ext cx="2354826" cy="71989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80447E-B18A-CB17-B530-CC52CA65FF9F}"/>
              </a:ext>
            </a:extLst>
          </p:cNvPr>
          <p:cNvSpPr txBox="1"/>
          <p:nvPr/>
        </p:nvSpPr>
        <p:spPr>
          <a:xfrm>
            <a:off x="437322" y="4472216"/>
            <a:ext cx="227659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 the OTP sent to the </a:t>
            </a:r>
            <a:r>
              <a:rPr lang="en-US" sz="1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Aadhaar-linked</a:t>
            </a:r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mobile number and Submit</a:t>
            </a:r>
            <a:endParaRPr lang="en-US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4C1D93-8F51-5598-FCB7-A693E3A43154}"/>
              </a:ext>
            </a:extLst>
          </p:cNvPr>
          <p:cNvCxnSpPr>
            <a:cxnSpLocks/>
          </p:cNvCxnSpPr>
          <p:nvPr/>
        </p:nvCxnSpPr>
        <p:spPr>
          <a:xfrm>
            <a:off x="2713920" y="4822364"/>
            <a:ext cx="9074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2D01479-562A-6A2C-EB4B-D8F66DCBE9DF}"/>
              </a:ext>
            </a:extLst>
          </p:cNvPr>
          <p:cNvSpPr/>
          <p:nvPr/>
        </p:nvSpPr>
        <p:spPr>
          <a:xfrm>
            <a:off x="3661079" y="4439481"/>
            <a:ext cx="4634782" cy="599669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BAF1B0-88A5-D6FF-2253-9238E5FAF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204" y="5985302"/>
            <a:ext cx="464680" cy="548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936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74C2-9A34-2411-A73A-79EA887E2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AA1591-4ED7-523F-C40F-175B9FD8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7"/>
          <a:stretch/>
        </p:blipFill>
        <p:spPr bwMode="auto">
          <a:xfrm>
            <a:off x="358488" y="209254"/>
            <a:ext cx="11475024" cy="6469841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4114F31-60A4-5369-797F-177FECE4B2A1}"/>
              </a:ext>
            </a:extLst>
          </p:cNvPr>
          <p:cNvSpPr/>
          <p:nvPr/>
        </p:nvSpPr>
        <p:spPr>
          <a:xfrm>
            <a:off x="1474469" y="4686308"/>
            <a:ext cx="1931338" cy="599669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1F511A-31D2-1599-894E-1D52D53914A8}"/>
              </a:ext>
            </a:extLst>
          </p:cNvPr>
          <p:cNvSpPr/>
          <p:nvPr/>
        </p:nvSpPr>
        <p:spPr>
          <a:xfrm>
            <a:off x="4574796" y="4686307"/>
            <a:ext cx="1931338" cy="599669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DA269-E8DD-001C-D657-415F5A13A6C7}"/>
              </a:ext>
            </a:extLst>
          </p:cNvPr>
          <p:cNvSpPr txBox="1"/>
          <p:nvPr/>
        </p:nvSpPr>
        <p:spPr>
          <a:xfrm>
            <a:off x="389532" y="2738327"/>
            <a:ext cx="170431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user would enter the mobile number and email address </a:t>
            </a:r>
            <a:endParaRPr lang="en-US" sz="1400" dirty="0">
              <a:solidFill>
                <a:srgbClr val="00206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A6FE77-F0FE-D789-BF12-7C5B700CF03E}"/>
              </a:ext>
            </a:extLst>
          </p:cNvPr>
          <p:cNvCxnSpPr>
            <a:cxnSpLocks/>
          </p:cNvCxnSpPr>
          <p:nvPr/>
        </p:nvCxnSpPr>
        <p:spPr>
          <a:xfrm>
            <a:off x="834887" y="4862120"/>
            <a:ext cx="63958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184F67-CEFC-23A8-EAD7-5441C84D7B42}"/>
              </a:ext>
            </a:extLst>
          </p:cNvPr>
          <p:cNvCxnSpPr/>
          <p:nvPr/>
        </p:nvCxnSpPr>
        <p:spPr>
          <a:xfrm>
            <a:off x="834887" y="3702275"/>
            <a:ext cx="0" cy="11598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AFDF7E9-B423-52D5-CD2F-CFFFD881ABD2}"/>
              </a:ext>
            </a:extLst>
          </p:cNvPr>
          <p:cNvSpPr/>
          <p:nvPr/>
        </p:nvSpPr>
        <p:spPr>
          <a:xfrm flipV="1">
            <a:off x="1474469" y="4761911"/>
            <a:ext cx="1507272" cy="423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ysClr val="windowText" lastClr="000000"/>
                </a:solidFill>
              </a:rPr>
              <a:t>*********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F57483-BCB9-20EC-9780-DC3626B16042}"/>
              </a:ext>
            </a:extLst>
          </p:cNvPr>
          <p:cNvSpPr/>
          <p:nvPr/>
        </p:nvSpPr>
        <p:spPr>
          <a:xfrm flipV="1">
            <a:off x="4657448" y="4717083"/>
            <a:ext cx="1507272" cy="423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ysClr val="windowText" lastClr="000000"/>
                </a:solidFill>
              </a:rPr>
              <a:t>*********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8CD05-A065-2CDA-8F40-8D62F2C8F9A2}"/>
              </a:ext>
            </a:extLst>
          </p:cNvPr>
          <p:cNvSpPr/>
          <p:nvPr/>
        </p:nvSpPr>
        <p:spPr>
          <a:xfrm flipV="1">
            <a:off x="8199947" y="4774214"/>
            <a:ext cx="466973" cy="423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ysClr val="windowText" lastClr="000000"/>
                </a:solidFill>
              </a:rPr>
              <a:t>**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9F83E4-600F-FB5A-CCBA-B2379BD343A7}"/>
              </a:ext>
            </a:extLst>
          </p:cNvPr>
          <p:cNvSpPr/>
          <p:nvPr/>
        </p:nvSpPr>
        <p:spPr>
          <a:xfrm flipV="1">
            <a:off x="4144782" y="2637182"/>
            <a:ext cx="652505" cy="313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ysClr val="windowText" lastClr="000000"/>
                </a:solidFill>
              </a:rPr>
              <a:t>***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2B2779-ACC3-843F-1800-B374E8220B6D}"/>
              </a:ext>
            </a:extLst>
          </p:cNvPr>
          <p:cNvSpPr/>
          <p:nvPr/>
        </p:nvSpPr>
        <p:spPr>
          <a:xfrm flipV="1">
            <a:off x="7259041" y="2325480"/>
            <a:ext cx="1964471" cy="423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ysClr val="windowText" lastClr="000000"/>
                </a:solidFill>
              </a:rPr>
              <a:t>*********</a:t>
            </a:r>
            <a:endParaRPr lang="en-I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180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B723-E052-349E-0C82-6B69F7FD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CD66BB-03D0-882C-799E-55B138A52F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5"/>
          <a:stretch/>
        </p:blipFill>
        <p:spPr bwMode="auto">
          <a:xfrm>
            <a:off x="372316" y="304800"/>
            <a:ext cx="11473871" cy="6228521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DCF5F7-0A2E-82B0-8276-60FB2E4AB764}"/>
              </a:ext>
            </a:extLst>
          </p:cNvPr>
          <p:cNvSpPr/>
          <p:nvPr/>
        </p:nvSpPr>
        <p:spPr>
          <a:xfrm>
            <a:off x="1396607" y="2233208"/>
            <a:ext cx="3750580" cy="1165122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D7206-7957-D6C5-C41A-B8E05C93BB7F}"/>
              </a:ext>
            </a:extLst>
          </p:cNvPr>
          <p:cNvSpPr txBox="1"/>
          <p:nvPr/>
        </p:nvSpPr>
        <p:spPr>
          <a:xfrm>
            <a:off x="6485704" y="2233208"/>
            <a:ext cx="212533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user will select their </a:t>
            </a:r>
            <a:r>
              <a:rPr lang="en-US" sz="1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role</a:t>
            </a:r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enter the category, sub-category.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E1597-6FBD-EFA0-702A-02F4C35C1F87}"/>
              </a:ext>
            </a:extLst>
          </p:cNvPr>
          <p:cNvSpPr txBox="1"/>
          <p:nvPr/>
        </p:nvSpPr>
        <p:spPr>
          <a:xfrm>
            <a:off x="6676620" y="5438271"/>
            <a:ext cx="2228843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After entering the password, the user will click on Submit button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0AB330-A579-71BA-D3A3-C51848B1893A}"/>
              </a:ext>
            </a:extLst>
          </p:cNvPr>
          <p:cNvCxnSpPr>
            <a:cxnSpLocks/>
          </p:cNvCxnSpPr>
          <p:nvPr/>
        </p:nvCxnSpPr>
        <p:spPr>
          <a:xfrm flipH="1">
            <a:off x="5147187" y="2609249"/>
            <a:ext cx="13385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F47B10-678A-4220-45A4-99EE9DC82325}"/>
              </a:ext>
            </a:extLst>
          </p:cNvPr>
          <p:cNvCxnSpPr>
            <a:cxnSpLocks/>
          </p:cNvCxnSpPr>
          <p:nvPr/>
        </p:nvCxnSpPr>
        <p:spPr>
          <a:xfrm>
            <a:off x="8897463" y="5779672"/>
            <a:ext cx="9074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6F92391-EEC2-D133-E65F-396843ED8126}"/>
              </a:ext>
            </a:extLst>
          </p:cNvPr>
          <p:cNvSpPr/>
          <p:nvPr/>
        </p:nvSpPr>
        <p:spPr>
          <a:xfrm>
            <a:off x="9804866" y="5464773"/>
            <a:ext cx="1061918" cy="738665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793FDD-4025-1593-2ACF-9BBFF090A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3485" y="5965687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17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07DD-EF27-6EB9-FC9A-D89C86B52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595" y="2766218"/>
            <a:ext cx="8358809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Healthcare Professional Registration</a:t>
            </a:r>
          </a:p>
        </p:txBody>
      </p:sp>
    </p:spTree>
    <p:extLst>
      <p:ext uri="{BB962C8B-B14F-4D97-AF65-F5344CB8AC3E}">
        <p14:creationId xmlns:p14="http://schemas.microsoft.com/office/powerpoint/2010/main" val="216121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8DEBC2-AE5E-9554-5964-862CF7C8B0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7" t="16602" r="4131" b="9352"/>
          <a:stretch/>
        </p:blipFill>
        <p:spPr>
          <a:xfrm>
            <a:off x="318052" y="374374"/>
            <a:ext cx="11555895" cy="6109252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5057CF-6DBC-6625-5FE2-B384E7041ABA}"/>
              </a:ext>
            </a:extLst>
          </p:cNvPr>
          <p:cNvSpPr/>
          <p:nvPr/>
        </p:nvSpPr>
        <p:spPr>
          <a:xfrm>
            <a:off x="1986953" y="3631094"/>
            <a:ext cx="8483134" cy="87464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5AF0F-2D1D-D6A6-226A-91AB5160EE58}"/>
              </a:ext>
            </a:extLst>
          </p:cNvPr>
          <p:cNvSpPr txBox="1"/>
          <p:nvPr/>
        </p:nvSpPr>
        <p:spPr>
          <a:xfrm>
            <a:off x="9368418" y="3127851"/>
            <a:ext cx="250552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Steps to register on the portal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3A89D8-C0C9-A1CB-2C7C-804C173D73E9}"/>
              </a:ext>
            </a:extLst>
          </p:cNvPr>
          <p:cNvSpPr/>
          <p:nvPr/>
        </p:nvSpPr>
        <p:spPr>
          <a:xfrm flipV="1">
            <a:off x="3329773" y="2601806"/>
            <a:ext cx="420592" cy="423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ysClr val="windowText" lastClr="000000"/>
                </a:solidFill>
              </a:rPr>
              <a:t>**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321B63-DAEE-CC58-03F4-F55B8FCE691B}"/>
              </a:ext>
            </a:extLst>
          </p:cNvPr>
          <p:cNvSpPr/>
          <p:nvPr/>
        </p:nvSpPr>
        <p:spPr>
          <a:xfrm flipV="1">
            <a:off x="8640417" y="2252868"/>
            <a:ext cx="596349" cy="212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ysClr val="windowText" lastClr="000000"/>
                </a:solidFill>
              </a:rPr>
              <a:t>***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92D50E-B83E-FDE4-2B80-7B9AD6853FDB}"/>
              </a:ext>
            </a:extLst>
          </p:cNvPr>
          <p:cNvSpPr/>
          <p:nvPr/>
        </p:nvSpPr>
        <p:spPr>
          <a:xfrm flipV="1">
            <a:off x="8315737" y="2479220"/>
            <a:ext cx="622854" cy="181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ysClr val="windowText" lastClr="000000"/>
                </a:solidFill>
              </a:rPr>
              <a:t>***</a:t>
            </a:r>
            <a:endParaRPr lang="en-I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434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B508-B701-C5BD-398E-550FC74C9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C45816-0EA8-11F6-6EDE-339209DA24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7"/>
          <a:stretch/>
        </p:blipFill>
        <p:spPr bwMode="auto">
          <a:xfrm>
            <a:off x="396703" y="410816"/>
            <a:ext cx="11398593" cy="6149010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0D395A-5353-0F97-1235-13F3441012E1}"/>
              </a:ext>
            </a:extLst>
          </p:cNvPr>
          <p:cNvSpPr txBox="1"/>
          <p:nvPr/>
        </p:nvSpPr>
        <p:spPr>
          <a:xfrm>
            <a:off x="5263808" y="2905780"/>
            <a:ext cx="166438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 the Multiple languages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323665-F107-4CF8-7E0F-50C2B33B0A87}"/>
              </a:ext>
            </a:extLst>
          </p:cNvPr>
          <p:cNvCxnSpPr>
            <a:cxnSpLocks/>
          </p:cNvCxnSpPr>
          <p:nvPr/>
        </p:nvCxnSpPr>
        <p:spPr>
          <a:xfrm>
            <a:off x="6928190" y="3153661"/>
            <a:ext cx="73549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004B051-EC26-8BBF-BA81-D0E6C990B8C2}"/>
              </a:ext>
            </a:extLst>
          </p:cNvPr>
          <p:cNvSpPr/>
          <p:nvPr/>
        </p:nvSpPr>
        <p:spPr>
          <a:xfrm>
            <a:off x="7645041" y="2768991"/>
            <a:ext cx="3128976" cy="716330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548880-3238-21DB-EFD8-76CC8C350C03}"/>
              </a:ext>
            </a:extLst>
          </p:cNvPr>
          <p:cNvSpPr txBox="1"/>
          <p:nvPr/>
        </p:nvSpPr>
        <p:spPr>
          <a:xfrm>
            <a:off x="6893135" y="5900669"/>
            <a:ext cx="156874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on Save and Next to move to next page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D86B15-7344-06A7-19E1-6C64A8B54EF1}"/>
              </a:ext>
            </a:extLst>
          </p:cNvPr>
          <p:cNvCxnSpPr>
            <a:cxnSpLocks/>
          </p:cNvCxnSpPr>
          <p:nvPr/>
        </p:nvCxnSpPr>
        <p:spPr>
          <a:xfrm>
            <a:off x="8514889" y="6270001"/>
            <a:ext cx="9074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09930AF-7AB7-AD94-6E14-759DDC6BE583}"/>
              </a:ext>
            </a:extLst>
          </p:cNvPr>
          <p:cNvSpPr/>
          <p:nvPr/>
        </p:nvSpPr>
        <p:spPr>
          <a:xfrm>
            <a:off x="9472606" y="5989977"/>
            <a:ext cx="1272208" cy="64935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414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EAE1A5-C712-31BC-5994-0DF87D12C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6" t="16022" r="1957" b="6646"/>
          <a:stretch/>
        </p:blipFill>
        <p:spPr>
          <a:xfrm>
            <a:off x="371061" y="238538"/>
            <a:ext cx="11449878" cy="6188765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44B798-F601-D34E-81F3-11078CF082E4}"/>
              </a:ext>
            </a:extLst>
          </p:cNvPr>
          <p:cNvSpPr/>
          <p:nvPr/>
        </p:nvSpPr>
        <p:spPr>
          <a:xfrm>
            <a:off x="3935897" y="1616766"/>
            <a:ext cx="1934816" cy="64935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621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390915-C412-FC09-8707-CC892EBDEA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7" t="16409" r="2174" b="8772"/>
          <a:stretch/>
        </p:blipFill>
        <p:spPr>
          <a:xfrm>
            <a:off x="397565" y="371061"/>
            <a:ext cx="11476383" cy="6122504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70B2A7-7883-E93D-5DB5-0FD091DAC0E5}"/>
              </a:ext>
            </a:extLst>
          </p:cNvPr>
          <p:cNvSpPr/>
          <p:nvPr/>
        </p:nvSpPr>
        <p:spPr>
          <a:xfrm>
            <a:off x="1668031" y="2067339"/>
            <a:ext cx="1419726" cy="397565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C9D6A-634F-77A6-987F-098810F3FFBF}"/>
              </a:ext>
            </a:extLst>
          </p:cNvPr>
          <p:cNvSpPr txBox="1"/>
          <p:nvPr/>
        </p:nvSpPr>
        <p:spPr>
          <a:xfrm>
            <a:off x="3573850" y="2464904"/>
            <a:ext cx="156874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 the Registration Details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0E8C4A-96E7-D033-B565-A106978B926D}"/>
              </a:ext>
            </a:extLst>
          </p:cNvPr>
          <p:cNvCxnSpPr>
            <a:cxnSpLocks/>
          </p:cNvCxnSpPr>
          <p:nvPr/>
        </p:nvCxnSpPr>
        <p:spPr>
          <a:xfrm flipH="1">
            <a:off x="3087757" y="2277785"/>
            <a:ext cx="12854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F8A753-279F-4B75-CF4A-403BAD10854F}"/>
              </a:ext>
            </a:extLst>
          </p:cNvPr>
          <p:cNvCxnSpPr/>
          <p:nvPr/>
        </p:nvCxnSpPr>
        <p:spPr>
          <a:xfrm>
            <a:off x="4373217" y="2279374"/>
            <a:ext cx="0" cy="1855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339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0E24F3-69B0-ECA2-666B-E1F4BD675A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1" t="16409" r="4347" b="5485"/>
          <a:stretch/>
        </p:blipFill>
        <p:spPr>
          <a:xfrm>
            <a:off x="318051" y="371062"/>
            <a:ext cx="11555897" cy="6029738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ECBBE1-BA15-B5E6-AE2A-A6833772CEF4}"/>
              </a:ext>
            </a:extLst>
          </p:cNvPr>
          <p:cNvSpPr/>
          <p:nvPr/>
        </p:nvSpPr>
        <p:spPr>
          <a:xfrm>
            <a:off x="1827057" y="1470994"/>
            <a:ext cx="1419726" cy="41081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29FFD-B707-7D6C-8815-875D3C54E52A}"/>
              </a:ext>
            </a:extLst>
          </p:cNvPr>
          <p:cNvSpPr txBox="1"/>
          <p:nvPr/>
        </p:nvSpPr>
        <p:spPr>
          <a:xfrm>
            <a:off x="3587102" y="2226366"/>
            <a:ext cx="156874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 the Qualification Details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EAC618-44C1-3F86-F9E1-DDBE5C114BD9}"/>
              </a:ext>
            </a:extLst>
          </p:cNvPr>
          <p:cNvCxnSpPr>
            <a:cxnSpLocks/>
          </p:cNvCxnSpPr>
          <p:nvPr/>
        </p:nvCxnSpPr>
        <p:spPr>
          <a:xfrm flipH="1">
            <a:off x="3246783" y="1681437"/>
            <a:ext cx="10999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1ED044-99A6-C03D-2822-A369E45D59F4}"/>
              </a:ext>
            </a:extLst>
          </p:cNvPr>
          <p:cNvCxnSpPr>
            <a:cxnSpLocks/>
          </p:cNvCxnSpPr>
          <p:nvPr/>
        </p:nvCxnSpPr>
        <p:spPr>
          <a:xfrm>
            <a:off x="4320209" y="1669775"/>
            <a:ext cx="0" cy="5565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368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805E39-1786-37FD-20A8-7492E3959E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9" t="16216" r="2826" b="7999"/>
          <a:stretch/>
        </p:blipFill>
        <p:spPr>
          <a:xfrm>
            <a:off x="344558" y="344557"/>
            <a:ext cx="11436626" cy="6149007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518CEF-30D3-EA4E-FAD5-3146A2E4A305}"/>
              </a:ext>
            </a:extLst>
          </p:cNvPr>
          <p:cNvSpPr/>
          <p:nvPr/>
        </p:nvSpPr>
        <p:spPr>
          <a:xfrm>
            <a:off x="1562012" y="3134138"/>
            <a:ext cx="3911135" cy="56984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9AB214-C649-098E-5700-109F86E3F805}"/>
              </a:ext>
            </a:extLst>
          </p:cNvPr>
          <p:cNvSpPr/>
          <p:nvPr/>
        </p:nvSpPr>
        <p:spPr>
          <a:xfrm>
            <a:off x="9738605" y="5512903"/>
            <a:ext cx="1340213" cy="56984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A34D6-6C4B-44E7-45B2-BBD32E71F5EE}"/>
              </a:ext>
            </a:extLst>
          </p:cNvPr>
          <p:cNvSpPr txBox="1"/>
          <p:nvPr/>
        </p:nvSpPr>
        <p:spPr>
          <a:xfrm>
            <a:off x="7204194" y="5428492"/>
            <a:ext cx="156874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on Save and Next to move to next page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5D3383-E33A-DA70-0B17-AF79FAA69077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8772939" y="5797824"/>
            <a:ext cx="96566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700CE6C-7A33-8C74-26D9-4EA84315A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6371" y="5966397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669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6427B4-5923-AB7E-060B-57E35A1213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8" t="16409" r="3480" b="5485"/>
          <a:stretch/>
        </p:blipFill>
        <p:spPr>
          <a:xfrm>
            <a:off x="397566" y="397565"/>
            <a:ext cx="11370364" cy="6042991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16DF9E-070E-518C-6079-0A124D0C3EAC}"/>
              </a:ext>
            </a:extLst>
          </p:cNvPr>
          <p:cNvSpPr/>
          <p:nvPr/>
        </p:nvSpPr>
        <p:spPr>
          <a:xfrm>
            <a:off x="1469248" y="2411895"/>
            <a:ext cx="1459483" cy="477079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B5239-05BC-F879-981F-9D3B86DE72F5}"/>
              </a:ext>
            </a:extLst>
          </p:cNvPr>
          <p:cNvSpPr/>
          <p:nvPr/>
        </p:nvSpPr>
        <p:spPr>
          <a:xfrm>
            <a:off x="9818117" y="5870713"/>
            <a:ext cx="1340213" cy="56984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99B911-D1B0-8C84-456B-C9F7F808C944}"/>
              </a:ext>
            </a:extLst>
          </p:cNvPr>
          <p:cNvSpPr/>
          <p:nvPr/>
        </p:nvSpPr>
        <p:spPr>
          <a:xfrm>
            <a:off x="6983896" y="1470989"/>
            <a:ext cx="887895" cy="64935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C463C-78EC-EBAB-4F3B-946E23CDD98F}"/>
              </a:ext>
            </a:extLst>
          </p:cNvPr>
          <p:cNvSpPr txBox="1"/>
          <p:nvPr/>
        </p:nvSpPr>
        <p:spPr>
          <a:xfrm>
            <a:off x="7427843" y="5721771"/>
            <a:ext cx="156874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on Save and Next to move to next page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14749-BA65-460A-EC01-7C92C6B10EC7}"/>
              </a:ext>
            </a:extLst>
          </p:cNvPr>
          <p:cNvSpPr txBox="1"/>
          <p:nvPr/>
        </p:nvSpPr>
        <p:spPr>
          <a:xfrm>
            <a:off x="3048001" y="3049728"/>
            <a:ext cx="12324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 the Work Details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375D7F-C643-9779-BA04-BB11637A58C7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8996588" y="6155635"/>
            <a:ext cx="8215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468CAF-DF1B-94CA-F4C9-44A3FAABF48C}"/>
              </a:ext>
            </a:extLst>
          </p:cNvPr>
          <p:cNvCxnSpPr>
            <a:cxnSpLocks/>
          </p:cNvCxnSpPr>
          <p:nvPr/>
        </p:nvCxnSpPr>
        <p:spPr>
          <a:xfrm flipH="1">
            <a:off x="2928731" y="2650434"/>
            <a:ext cx="73549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483463-3314-C966-9649-B93ACC5B358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650975" y="2650434"/>
            <a:ext cx="13252" cy="3992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B4844C58-A5A6-6436-AA5A-D25E45165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1438" y="6303356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666625-D5A3-9398-BC62-067BC69A07B6}"/>
              </a:ext>
            </a:extLst>
          </p:cNvPr>
          <p:cNvSpPr txBox="1"/>
          <p:nvPr/>
        </p:nvSpPr>
        <p:spPr>
          <a:xfrm>
            <a:off x="5548526" y="3932918"/>
            <a:ext cx="546402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case of Government professional, facility declaration is mandatory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854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D5F384-25BE-0D46-65D3-E7F643B19A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79" t="10628" r="6460" b="8020"/>
          <a:stretch/>
        </p:blipFill>
        <p:spPr>
          <a:xfrm>
            <a:off x="145772" y="145775"/>
            <a:ext cx="11900453" cy="6573078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15670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98F47-E62F-4DE8-5DB3-BA093FFD19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1" t="16602" r="1957" b="6453"/>
          <a:stretch/>
        </p:blipFill>
        <p:spPr>
          <a:xfrm>
            <a:off x="331304" y="357809"/>
            <a:ext cx="11449879" cy="6069496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ABF713-3947-96DD-86C5-E416E6127897}"/>
              </a:ext>
            </a:extLst>
          </p:cNvPr>
          <p:cNvSpPr/>
          <p:nvPr/>
        </p:nvSpPr>
        <p:spPr>
          <a:xfrm>
            <a:off x="8309113" y="2597425"/>
            <a:ext cx="728870" cy="397565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E28A6C-DDDA-9A3C-D0DB-940A2BDF481F}"/>
              </a:ext>
            </a:extLst>
          </p:cNvPr>
          <p:cNvSpPr/>
          <p:nvPr/>
        </p:nvSpPr>
        <p:spPr>
          <a:xfrm>
            <a:off x="9144001" y="1696279"/>
            <a:ext cx="1272208" cy="64935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87607E-5E93-3296-689B-23F14257B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208" y="2904173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6759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AB525-91C2-C79A-3E61-E9B993FA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2CDAF4-9CED-E535-CAC9-13E3FFC8F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03" y="265042"/>
            <a:ext cx="11452394" cy="6414053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9EC4D5-8D20-FC86-FFB2-A8822F81A5A9}"/>
              </a:ext>
            </a:extLst>
          </p:cNvPr>
          <p:cNvSpPr/>
          <p:nvPr/>
        </p:nvSpPr>
        <p:spPr>
          <a:xfrm>
            <a:off x="2831690" y="742123"/>
            <a:ext cx="6769510" cy="5565912"/>
          </a:xfrm>
          <a:prstGeom prst="rect">
            <a:avLst/>
          </a:prstGeom>
          <a:noFill/>
          <a:ln w="63500">
            <a:solidFill>
              <a:srgbClr val="25F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762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4C6D6-7F47-9D67-950C-727D9EF5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66111C-6E6E-DC06-8221-4900410E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95" y="384314"/>
            <a:ext cx="11347010" cy="6188764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AD2592-E91D-7965-AB80-69626C4A317E}"/>
              </a:ext>
            </a:extLst>
          </p:cNvPr>
          <p:cNvSpPr/>
          <p:nvPr/>
        </p:nvSpPr>
        <p:spPr>
          <a:xfrm>
            <a:off x="2448233" y="715617"/>
            <a:ext cx="7875638" cy="5605670"/>
          </a:xfrm>
          <a:prstGeom prst="rect">
            <a:avLst/>
          </a:prstGeom>
          <a:noFill/>
          <a:ln w="63500">
            <a:solidFill>
              <a:srgbClr val="25F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504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578991-5D74-20FD-C13A-7008A6DE4A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6" t="16989" r="2718" b="7225"/>
          <a:stretch/>
        </p:blipFill>
        <p:spPr>
          <a:xfrm>
            <a:off x="384313" y="397565"/>
            <a:ext cx="11423374" cy="6069495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8F39C1-BC98-D886-0EFA-BC57BF73FCF8}"/>
              </a:ext>
            </a:extLst>
          </p:cNvPr>
          <p:cNvSpPr/>
          <p:nvPr/>
        </p:nvSpPr>
        <p:spPr>
          <a:xfrm>
            <a:off x="9197007" y="5751443"/>
            <a:ext cx="1789044" cy="56984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5B93E2-6ED4-A05E-D94D-4136AAB1760A}"/>
              </a:ext>
            </a:extLst>
          </p:cNvPr>
          <p:cNvSpPr txBox="1"/>
          <p:nvPr/>
        </p:nvSpPr>
        <p:spPr>
          <a:xfrm>
            <a:off x="6806626" y="5811318"/>
            <a:ext cx="156874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on E-sign and Submit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7CD331-B395-FE66-3FC6-58CB6E03CDD9}"/>
              </a:ext>
            </a:extLst>
          </p:cNvPr>
          <p:cNvCxnSpPr>
            <a:cxnSpLocks/>
          </p:cNvCxnSpPr>
          <p:nvPr/>
        </p:nvCxnSpPr>
        <p:spPr>
          <a:xfrm>
            <a:off x="8375371" y="6062869"/>
            <a:ext cx="8215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4978EC7-199A-6CCA-1853-182261C30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189" y="6149981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065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3CAAF-DF59-38E7-D023-DEB4960F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17A8E5-8474-5E0B-234F-FEC2BD55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" y="397565"/>
            <a:ext cx="11748907" cy="6109251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8881FB-5830-AD54-BBDA-BA1F4F81469F}"/>
              </a:ext>
            </a:extLst>
          </p:cNvPr>
          <p:cNvSpPr/>
          <p:nvPr/>
        </p:nvSpPr>
        <p:spPr>
          <a:xfrm>
            <a:off x="3042443" y="5488537"/>
            <a:ext cx="855408" cy="41295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8FF38-7412-B0C4-68E9-3BD0755714BB}"/>
              </a:ext>
            </a:extLst>
          </p:cNvPr>
          <p:cNvSpPr txBox="1"/>
          <p:nvPr/>
        </p:nvSpPr>
        <p:spPr>
          <a:xfrm>
            <a:off x="643869" y="3760544"/>
            <a:ext cx="156874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 Aadhaar Number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323B0-694D-1C9F-7D7C-368F4B5E6746}"/>
              </a:ext>
            </a:extLst>
          </p:cNvPr>
          <p:cNvSpPr/>
          <p:nvPr/>
        </p:nvSpPr>
        <p:spPr>
          <a:xfrm>
            <a:off x="3042443" y="3737233"/>
            <a:ext cx="3023239" cy="56984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2C710D-64AD-CF1E-44F6-C8CEADCD8362}"/>
              </a:ext>
            </a:extLst>
          </p:cNvPr>
          <p:cNvCxnSpPr>
            <a:cxnSpLocks/>
          </p:cNvCxnSpPr>
          <p:nvPr/>
        </p:nvCxnSpPr>
        <p:spPr>
          <a:xfrm>
            <a:off x="2212614" y="3978964"/>
            <a:ext cx="8298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4A4C1D-88E7-3B20-38B3-5D089B307ED6}"/>
              </a:ext>
            </a:extLst>
          </p:cNvPr>
          <p:cNvCxnSpPr>
            <a:cxnSpLocks/>
          </p:cNvCxnSpPr>
          <p:nvPr/>
        </p:nvCxnSpPr>
        <p:spPr>
          <a:xfrm>
            <a:off x="2119848" y="5714893"/>
            <a:ext cx="8298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6FD033-B5AF-0F4B-9EFF-A50DD0921422}"/>
              </a:ext>
            </a:extLst>
          </p:cNvPr>
          <p:cNvSpPr txBox="1"/>
          <p:nvPr/>
        </p:nvSpPr>
        <p:spPr>
          <a:xfrm>
            <a:off x="774752" y="5433405"/>
            <a:ext cx="129871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on Get OTP Button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724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C953CE-9C15-B2CD-D7EF-2C6E3A5425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6" t="6162" r="3371" b="11672"/>
          <a:stretch/>
        </p:blipFill>
        <p:spPr>
          <a:xfrm>
            <a:off x="390938" y="410818"/>
            <a:ext cx="11323984" cy="6056243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34E209-2613-AF6C-BA95-EB152C34D640}"/>
              </a:ext>
            </a:extLst>
          </p:cNvPr>
          <p:cNvSpPr/>
          <p:nvPr/>
        </p:nvSpPr>
        <p:spPr>
          <a:xfrm>
            <a:off x="2989935" y="5976729"/>
            <a:ext cx="704108" cy="47045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B3AA02-58EE-934A-8355-4168797458AA}"/>
              </a:ext>
            </a:extLst>
          </p:cNvPr>
          <p:cNvSpPr/>
          <p:nvPr/>
        </p:nvSpPr>
        <p:spPr>
          <a:xfrm>
            <a:off x="3029691" y="3581402"/>
            <a:ext cx="3023239" cy="56984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A2112-68E9-A216-9AD6-4FB364977C96}"/>
              </a:ext>
            </a:extLst>
          </p:cNvPr>
          <p:cNvSpPr txBox="1"/>
          <p:nvPr/>
        </p:nvSpPr>
        <p:spPr>
          <a:xfrm>
            <a:off x="599661" y="3457235"/>
            <a:ext cx="156874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 the OTP received on the registered mobile 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E56A06-C849-096B-7E0D-2C96BBA43722}"/>
              </a:ext>
            </a:extLst>
          </p:cNvPr>
          <p:cNvSpPr txBox="1"/>
          <p:nvPr/>
        </p:nvSpPr>
        <p:spPr>
          <a:xfrm>
            <a:off x="861393" y="5902253"/>
            <a:ext cx="129871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on Submit Button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C893DD-E9E1-C1E0-744B-16A89F63027E}"/>
              </a:ext>
            </a:extLst>
          </p:cNvPr>
          <p:cNvCxnSpPr>
            <a:cxnSpLocks/>
          </p:cNvCxnSpPr>
          <p:nvPr/>
        </p:nvCxnSpPr>
        <p:spPr>
          <a:xfrm>
            <a:off x="2168406" y="3836503"/>
            <a:ext cx="8215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A82005-A45C-8F34-71C9-BFE1256C4790}"/>
              </a:ext>
            </a:extLst>
          </p:cNvPr>
          <p:cNvCxnSpPr>
            <a:cxnSpLocks/>
          </p:cNvCxnSpPr>
          <p:nvPr/>
        </p:nvCxnSpPr>
        <p:spPr>
          <a:xfrm>
            <a:off x="2168406" y="6192077"/>
            <a:ext cx="8215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329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29891-6966-465D-F3FF-6C83694B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D33E5E-004D-344C-A413-F92AA46D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8" y="304800"/>
            <a:ext cx="11569148" cy="6255026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F5B2A2B-D531-F01C-5ACE-7F092CD96A83}"/>
              </a:ext>
            </a:extLst>
          </p:cNvPr>
          <p:cNvSpPr/>
          <p:nvPr/>
        </p:nvSpPr>
        <p:spPr>
          <a:xfrm>
            <a:off x="4350775" y="2040835"/>
            <a:ext cx="3347883" cy="2729947"/>
          </a:xfrm>
          <a:prstGeom prst="rect">
            <a:avLst/>
          </a:prstGeom>
          <a:noFill/>
          <a:ln w="63500">
            <a:solidFill>
              <a:srgbClr val="25F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688C29-0E1B-8FD7-919F-1E73BDB9764C}"/>
              </a:ext>
            </a:extLst>
          </p:cNvPr>
          <p:cNvSpPr/>
          <p:nvPr/>
        </p:nvSpPr>
        <p:spPr>
          <a:xfrm>
            <a:off x="6917207" y="4161182"/>
            <a:ext cx="689113" cy="58309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1A204-84A9-2993-F58C-D33AC4AC5592}"/>
              </a:ext>
            </a:extLst>
          </p:cNvPr>
          <p:cNvSpPr txBox="1"/>
          <p:nvPr/>
        </p:nvSpPr>
        <p:spPr>
          <a:xfrm>
            <a:off x="5402293" y="4221058"/>
            <a:ext cx="104692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on </a:t>
            </a:r>
          </a:p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OK Button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A333B8-EA6E-6152-3EEF-A0551B1053EC}"/>
              </a:ext>
            </a:extLst>
          </p:cNvPr>
          <p:cNvCxnSpPr>
            <a:cxnSpLocks/>
          </p:cNvCxnSpPr>
          <p:nvPr/>
        </p:nvCxnSpPr>
        <p:spPr>
          <a:xfrm>
            <a:off x="6449213" y="4479235"/>
            <a:ext cx="37565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A646A10-5E55-ED46-2517-7B19BE307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640" y="4539842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317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27F7E-8EB0-0AB8-BAE0-3DE43849D5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04" t="10996" r="3804" b="5872"/>
          <a:stretch/>
        </p:blipFill>
        <p:spPr>
          <a:xfrm>
            <a:off x="463826" y="318052"/>
            <a:ext cx="11264348" cy="5698435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ED762B-4D32-7648-2CE5-83750CFBE9C0}"/>
              </a:ext>
            </a:extLst>
          </p:cNvPr>
          <p:cNvSpPr txBox="1"/>
          <p:nvPr/>
        </p:nvSpPr>
        <p:spPr>
          <a:xfrm>
            <a:off x="463826" y="6386059"/>
            <a:ext cx="1016940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document is downloaded after successful e-sign and submit of the Healthcare Professional Application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101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52B892-6F3F-583E-4554-7ADDE331DBB4}"/>
              </a:ext>
            </a:extLst>
          </p:cNvPr>
          <p:cNvSpPr/>
          <p:nvPr/>
        </p:nvSpPr>
        <p:spPr>
          <a:xfrm>
            <a:off x="2822714" y="2696817"/>
            <a:ext cx="7076661" cy="1146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After Verification by Council/State Government</a:t>
            </a:r>
          </a:p>
        </p:txBody>
      </p:sp>
    </p:spTree>
    <p:extLst>
      <p:ext uri="{BB962C8B-B14F-4D97-AF65-F5344CB8AC3E}">
        <p14:creationId xmlns:p14="http://schemas.microsoft.com/office/powerpoint/2010/main" val="48045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705FB-E2F4-790B-6FBB-F214B89493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6" t="16409" r="1631" b="6066"/>
          <a:stretch/>
        </p:blipFill>
        <p:spPr>
          <a:xfrm>
            <a:off x="463826" y="397565"/>
            <a:ext cx="11317357" cy="6095999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C08C31E-80A7-6507-DCB6-995D8E2C6B2D}"/>
              </a:ext>
            </a:extLst>
          </p:cNvPr>
          <p:cNvSpPr/>
          <p:nvPr/>
        </p:nvSpPr>
        <p:spPr>
          <a:xfrm>
            <a:off x="9804865" y="3445564"/>
            <a:ext cx="1234196" cy="609601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795E0-7256-227B-0D9A-08F4C64384BC}"/>
              </a:ext>
            </a:extLst>
          </p:cNvPr>
          <p:cNvSpPr txBox="1"/>
          <p:nvPr/>
        </p:nvSpPr>
        <p:spPr>
          <a:xfrm>
            <a:off x="7262194" y="3488754"/>
            <a:ext cx="151074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 can Edit Form from here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D134AC-B708-9517-3F7E-405FD8BA8960}"/>
              </a:ext>
            </a:extLst>
          </p:cNvPr>
          <p:cNvCxnSpPr>
            <a:cxnSpLocks/>
          </p:cNvCxnSpPr>
          <p:nvPr/>
        </p:nvCxnSpPr>
        <p:spPr>
          <a:xfrm>
            <a:off x="8772940" y="3796748"/>
            <a:ext cx="10319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C247890-4E72-90F6-0331-5E6A21661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5395" y="3850729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702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E7FB-35E1-DA09-5829-84F349028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7B617A-A8DB-8BCF-B611-603313ED4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97" y="238539"/>
            <a:ext cx="11535205" cy="5709561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C09883-5AD0-A5F6-6D23-A7CFE5DDAD79}"/>
              </a:ext>
            </a:extLst>
          </p:cNvPr>
          <p:cNvSpPr/>
          <p:nvPr/>
        </p:nvSpPr>
        <p:spPr>
          <a:xfrm>
            <a:off x="328398" y="2040835"/>
            <a:ext cx="2772612" cy="3021495"/>
          </a:xfrm>
          <a:prstGeom prst="rect">
            <a:avLst/>
          </a:prstGeom>
          <a:noFill/>
          <a:ln w="63500">
            <a:solidFill>
              <a:srgbClr val="25F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49DF0-9800-2273-118A-B96B5AD4BF46}"/>
              </a:ext>
            </a:extLst>
          </p:cNvPr>
          <p:cNvSpPr txBox="1"/>
          <p:nvPr/>
        </p:nvSpPr>
        <p:spPr>
          <a:xfrm>
            <a:off x="225287" y="6130218"/>
            <a:ext cx="11767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Participate in Healthcare Workforce Mobility, Medical Certificate, Download Digital Certificate and Additional Qualification buttons are visible after the verification from the concerned authority.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175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F643-5F81-3A38-FEE8-8E784994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03" y="0"/>
            <a:ext cx="11287632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Healthcare Workforce Mobility– </a:t>
            </a:r>
            <a:br>
              <a:rPr lang="en-US" sz="2800" b="1" dirty="0">
                <a:solidFill>
                  <a:srgbClr val="002060"/>
                </a:solidFill>
              </a:rPr>
            </a:br>
            <a:r>
              <a:rPr lang="en-US" sz="2800" b="1" dirty="0">
                <a:solidFill>
                  <a:srgbClr val="002060"/>
                </a:solidFill>
              </a:rPr>
              <a:t>(Professionals can participate in Healthcare Workforce Mobility Portal)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2C74-A207-0709-6373-8B0006150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DCA80-4F6A-0B79-4B6B-4147B26114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20" r="1272" b="16308"/>
          <a:stretch/>
        </p:blipFill>
        <p:spPr>
          <a:xfrm>
            <a:off x="202003" y="1325563"/>
            <a:ext cx="11830971" cy="5334000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F65438-E566-386F-4131-B418A7C89204}"/>
              </a:ext>
            </a:extLst>
          </p:cNvPr>
          <p:cNvSpPr txBox="1"/>
          <p:nvPr/>
        </p:nvSpPr>
        <p:spPr>
          <a:xfrm>
            <a:off x="4717777" y="4001294"/>
            <a:ext cx="136497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Here to Participate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98F8F2-290F-9040-B2FA-5B21791CD84B}"/>
              </a:ext>
            </a:extLst>
          </p:cNvPr>
          <p:cNvCxnSpPr>
            <a:cxnSpLocks/>
          </p:cNvCxnSpPr>
          <p:nvPr/>
        </p:nvCxnSpPr>
        <p:spPr>
          <a:xfrm>
            <a:off x="6069592" y="4277001"/>
            <a:ext cx="6476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D0C0D54-7159-5B31-CECC-94F77F273C7C}"/>
              </a:ext>
            </a:extLst>
          </p:cNvPr>
          <p:cNvSpPr/>
          <p:nvPr/>
        </p:nvSpPr>
        <p:spPr>
          <a:xfrm>
            <a:off x="6717204" y="4041895"/>
            <a:ext cx="2744848" cy="523220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1BA2E1-D54F-3C76-C450-E888B6769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818" y="4430907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7215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F643-5F81-3A38-FEE8-8E784994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03" y="0"/>
            <a:ext cx="11287632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Medical Certificate – </a:t>
            </a:r>
            <a:br>
              <a:rPr lang="en-US" sz="2800" b="1" dirty="0">
                <a:solidFill>
                  <a:srgbClr val="002060"/>
                </a:solidFill>
              </a:rPr>
            </a:br>
            <a:r>
              <a:rPr lang="en-US" sz="2800" b="1" dirty="0">
                <a:solidFill>
                  <a:srgbClr val="002060"/>
                </a:solidFill>
              </a:rPr>
              <a:t>(Modern Medicine Doctor can provide medical certificate)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2C74-A207-0709-6373-8B0006150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DCA80-4F6A-0B79-4B6B-4147B26114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20" r="1272" b="16308"/>
          <a:stretch/>
        </p:blipFill>
        <p:spPr>
          <a:xfrm>
            <a:off x="202003" y="1325563"/>
            <a:ext cx="11830971" cy="5334000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F65438-E566-386F-4131-B418A7C89204}"/>
              </a:ext>
            </a:extLst>
          </p:cNvPr>
          <p:cNvSpPr txBox="1"/>
          <p:nvPr/>
        </p:nvSpPr>
        <p:spPr>
          <a:xfrm>
            <a:off x="6665847" y="5125053"/>
            <a:ext cx="136497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 can click here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98F8F2-290F-9040-B2FA-5B21791CD84B}"/>
              </a:ext>
            </a:extLst>
          </p:cNvPr>
          <p:cNvCxnSpPr>
            <a:cxnSpLocks/>
          </p:cNvCxnSpPr>
          <p:nvPr/>
        </p:nvCxnSpPr>
        <p:spPr>
          <a:xfrm>
            <a:off x="8030818" y="5413514"/>
            <a:ext cx="6476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D0C0D54-7159-5B31-CECC-94F77F273C7C}"/>
              </a:ext>
            </a:extLst>
          </p:cNvPr>
          <p:cNvSpPr/>
          <p:nvPr/>
        </p:nvSpPr>
        <p:spPr>
          <a:xfrm>
            <a:off x="8572413" y="5108713"/>
            <a:ext cx="2453396" cy="609601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1BA2E1-D54F-3C76-C450-E888B6769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111" y="5532437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0848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8F43-8749-4C87-80BC-38259593E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535" y="16594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Medical Certificate (Contd..)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9669A-3867-4BD0-054D-6114D577C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1850F-E6AB-1A39-203B-FE8EC435F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7" t="16206" r="1735" b="5324"/>
          <a:stretch/>
        </p:blipFill>
        <p:spPr>
          <a:xfrm>
            <a:off x="180535" y="1385888"/>
            <a:ext cx="11830930" cy="5306169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6A5B35-EE7A-2529-0887-2FBE8F55F365}"/>
              </a:ext>
            </a:extLst>
          </p:cNvPr>
          <p:cNvSpPr txBox="1"/>
          <p:nvPr/>
        </p:nvSpPr>
        <p:spPr>
          <a:xfrm>
            <a:off x="6838125" y="3306951"/>
            <a:ext cx="136497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 can click here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A50C4F-7C4F-6122-55A5-35E5635930AD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096000" y="3568561"/>
            <a:ext cx="742125" cy="29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7146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49192-3B12-3CBA-94D7-72A39BF4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FD5BF-0FFB-E49C-3423-D2F5AE087D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004" r="6706" b="5324"/>
          <a:stretch/>
        </p:blipFill>
        <p:spPr>
          <a:xfrm>
            <a:off x="190810" y="1430716"/>
            <a:ext cx="11810379" cy="5326685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77C2CB-84AA-E039-15AC-45F1627791AE}"/>
              </a:ext>
            </a:extLst>
          </p:cNvPr>
          <p:cNvSpPr txBox="1"/>
          <p:nvPr/>
        </p:nvSpPr>
        <p:spPr>
          <a:xfrm>
            <a:off x="190810" y="365125"/>
            <a:ext cx="9581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Medical Certificate (Contd..)</a:t>
            </a:r>
          </a:p>
        </p:txBody>
      </p:sp>
    </p:spTree>
    <p:extLst>
      <p:ext uri="{BB962C8B-B14F-4D97-AF65-F5344CB8AC3E}">
        <p14:creationId xmlns:p14="http://schemas.microsoft.com/office/powerpoint/2010/main" val="3646783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AE0C-DFB0-673A-2D2B-18DD0DE85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5" y="1801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Generate &amp; E-sign Medical Certificate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CF96-FF73-512F-9E39-E67AC38FD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0C2D89-9832-9006-59E8-7D769B9D27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618" r="6706" b="5324"/>
          <a:stretch/>
        </p:blipFill>
        <p:spPr>
          <a:xfrm>
            <a:off x="235848" y="1690688"/>
            <a:ext cx="11329988" cy="4987200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904787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4F24C-D3B9-0259-B431-8EF44FFB2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7B5A7-A6E4-0D30-D18E-D40AEE439E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77" b="7248"/>
          <a:stretch/>
        </p:blipFill>
        <p:spPr>
          <a:xfrm>
            <a:off x="219903" y="1590261"/>
            <a:ext cx="11813071" cy="5141843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390BC69-654B-75CF-A7FC-578B89DB4E0E}"/>
              </a:ext>
            </a:extLst>
          </p:cNvPr>
          <p:cNvSpPr txBox="1">
            <a:spLocks/>
          </p:cNvSpPr>
          <p:nvPr/>
        </p:nvSpPr>
        <p:spPr>
          <a:xfrm>
            <a:off x="135835" y="1801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2060"/>
                </a:solidFill>
              </a:rPr>
              <a:t>Download Healthcare Professional ID Card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EB34EB-F1BF-E826-D0F8-92A6B3E7C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761" y="3051314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2392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6FA2-7C56-074E-68EF-8B2DDEAD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24" y="-164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Download Digital Certificate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A5FF0CA-B08B-C6B4-CE66-DD2176B6C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6043" r="69725" b="6584"/>
          <a:stretch/>
        </p:blipFill>
        <p:spPr>
          <a:xfrm>
            <a:off x="220394" y="1690688"/>
            <a:ext cx="3043311" cy="478301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D4729A-309A-EA42-1BF6-D3BEEECDB1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08" t="17641" r="34169" b="8307"/>
          <a:stretch/>
        </p:blipFill>
        <p:spPr>
          <a:xfrm>
            <a:off x="5903741" y="1054878"/>
            <a:ext cx="6077244" cy="567224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822E92-8052-CE38-86D7-5C67F2504B3A}"/>
              </a:ext>
            </a:extLst>
          </p:cNvPr>
          <p:cNvCxnSpPr>
            <a:cxnSpLocks/>
          </p:cNvCxnSpPr>
          <p:nvPr/>
        </p:nvCxnSpPr>
        <p:spPr>
          <a:xfrm>
            <a:off x="3263705" y="3571462"/>
            <a:ext cx="248998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C6D9CC0-D546-30AB-BF48-814FFAE107EC}"/>
              </a:ext>
            </a:extLst>
          </p:cNvPr>
          <p:cNvSpPr/>
          <p:nvPr/>
        </p:nvSpPr>
        <p:spPr>
          <a:xfrm>
            <a:off x="220393" y="5015948"/>
            <a:ext cx="3043311" cy="41744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62225B-9E3E-822E-4791-D60BE2AED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048" y="5224670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1992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4969-EE10-0BFA-61DD-CC80DE5B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52" y="118924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Edit Profile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F395F9-3FC7-6C36-0D5F-4621A7465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669" b="6137"/>
          <a:stretch/>
        </p:blipFill>
        <p:spPr>
          <a:xfrm>
            <a:off x="692426" y="1444487"/>
            <a:ext cx="11061930" cy="4929809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AF0D95-576A-F37F-DB89-9A4F20E7397D}"/>
              </a:ext>
            </a:extLst>
          </p:cNvPr>
          <p:cNvSpPr/>
          <p:nvPr/>
        </p:nvSpPr>
        <p:spPr>
          <a:xfrm>
            <a:off x="869750" y="4644887"/>
            <a:ext cx="3043311" cy="41744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71FBA-7127-E701-C878-75238843E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378" y="4853609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6996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4969-EE10-0BFA-61DD-CC80DE5B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9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Edit Profile (Contd..) – </a:t>
            </a:r>
            <a:br>
              <a:rPr lang="en-US" sz="2800" b="1" dirty="0">
                <a:solidFill>
                  <a:srgbClr val="002060"/>
                </a:solidFill>
              </a:rPr>
            </a:br>
            <a:r>
              <a:rPr lang="en-US" sz="2800" b="1" dirty="0">
                <a:solidFill>
                  <a:srgbClr val="002060"/>
                </a:solidFill>
              </a:rPr>
              <a:t>Professional can change the mobile number, Email id &amp; Role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AF0D95-576A-F37F-DB89-9A4F20E7397D}"/>
              </a:ext>
            </a:extLst>
          </p:cNvPr>
          <p:cNvSpPr/>
          <p:nvPr/>
        </p:nvSpPr>
        <p:spPr>
          <a:xfrm>
            <a:off x="869750" y="4644887"/>
            <a:ext cx="3043311" cy="41744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71FBA-7127-E701-C878-75238843E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378" y="4853609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FB978-0A20-DD26-13E4-372AFE0F8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D38F80-06BF-60CD-574F-AE4A68E508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7" t="15651" r="6966" b="5507"/>
          <a:stretch/>
        </p:blipFill>
        <p:spPr>
          <a:xfrm>
            <a:off x="296592" y="1192696"/>
            <a:ext cx="11696626" cy="5406887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5629309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4969-EE10-0BFA-61DD-CC80DE5B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66" y="150775"/>
            <a:ext cx="11895409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Change Password  </a:t>
            </a:r>
            <a:br>
              <a:rPr lang="en-US" sz="2800" b="1" dirty="0">
                <a:solidFill>
                  <a:srgbClr val="002060"/>
                </a:solidFill>
              </a:rPr>
            </a:br>
            <a:r>
              <a:rPr lang="en-US" sz="2800" b="1" dirty="0">
                <a:solidFill>
                  <a:srgbClr val="002060"/>
                </a:solidFill>
              </a:rPr>
              <a:t>Professional can change the password via Old Password/ Aadhaar OTP / Mobile OTP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AF0D95-576A-F37F-DB89-9A4F20E7397D}"/>
              </a:ext>
            </a:extLst>
          </p:cNvPr>
          <p:cNvSpPr/>
          <p:nvPr/>
        </p:nvSpPr>
        <p:spPr>
          <a:xfrm>
            <a:off x="869750" y="4644887"/>
            <a:ext cx="3043311" cy="41744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71FBA-7127-E701-C878-75238843E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378" y="4853609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FB978-0A20-DD26-13E4-372AFE0F8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E3FF9-3CA6-8344-9479-3E94C1A7E9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778" r="5806" b="17295"/>
          <a:stretch/>
        </p:blipFill>
        <p:spPr>
          <a:xfrm>
            <a:off x="296591" y="1774928"/>
            <a:ext cx="11643618" cy="4625871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AD2B9B-9518-32E8-032F-293BEC235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263" y="4393862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32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4B3B80-6423-6547-0A85-D3D1B14482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846" b="34359"/>
          <a:stretch/>
        </p:blipFill>
        <p:spPr>
          <a:xfrm>
            <a:off x="262780" y="1688719"/>
            <a:ext cx="11666440" cy="4456596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7571989-D9F6-A82A-32CF-4E5845DB65E0}"/>
              </a:ext>
            </a:extLst>
          </p:cNvPr>
          <p:cNvSpPr txBox="1">
            <a:spLocks/>
          </p:cNvSpPr>
          <p:nvPr/>
        </p:nvSpPr>
        <p:spPr>
          <a:xfrm>
            <a:off x="262780" y="4820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2060"/>
                </a:solidFill>
              </a:rPr>
              <a:t>Additional Qualification</a:t>
            </a:r>
            <a:br>
              <a:rPr lang="en-US" sz="2800" b="1" dirty="0">
                <a:solidFill>
                  <a:srgbClr val="002060"/>
                </a:solidFill>
              </a:rPr>
            </a:br>
            <a:endParaRPr lang="en-US" sz="2800" b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F686F2-9229-EAAF-CA51-93893AB99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990" y="4361240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2AEF8BC-19DA-392E-7C54-343A10C15DFE}"/>
              </a:ext>
            </a:extLst>
          </p:cNvPr>
          <p:cNvSpPr/>
          <p:nvPr/>
        </p:nvSpPr>
        <p:spPr>
          <a:xfrm>
            <a:off x="8187397" y="3810016"/>
            <a:ext cx="2590984" cy="860457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3581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702D9F2-001D-D122-4092-5F63BC30E1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" t="29555" r="2608" b="8772"/>
          <a:stretch/>
        </p:blipFill>
        <p:spPr>
          <a:xfrm>
            <a:off x="434123" y="1152939"/>
            <a:ext cx="11323754" cy="5221357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0FE480E-62CA-BCF3-938C-75C7D1CF083C}"/>
              </a:ext>
            </a:extLst>
          </p:cNvPr>
          <p:cNvSpPr/>
          <p:nvPr/>
        </p:nvSpPr>
        <p:spPr>
          <a:xfrm>
            <a:off x="1269762" y="4473542"/>
            <a:ext cx="4031107" cy="860457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665C25-4D38-9866-7E4C-7542C3E23978}"/>
              </a:ext>
            </a:extLst>
          </p:cNvPr>
          <p:cNvSpPr txBox="1">
            <a:spLocks/>
          </p:cNvSpPr>
          <p:nvPr/>
        </p:nvSpPr>
        <p:spPr>
          <a:xfrm>
            <a:off x="434123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2060"/>
                </a:solidFill>
              </a:rPr>
              <a:t>Re-KYC</a:t>
            </a:r>
          </a:p>
        </p:txBody>
      </p:sp>
    </p:spTree>
    <p:extLst>
      <p:ext uri="{BB962C8B-B14F-4D97-AF65-F5344CB8AC3E}">
        <p14:creationId xmlns:p14="http://schemas.microsoft.com/office/powerpoint/2010/main" val="20484487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310BF-EF60-3894-F9E8-EEBA49782E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79" t="25301" r="31848" b="10319"/>
          <a:stretch/>
        </p:blipFill>
        <p:spPr>
          <a:xfrm>
            <a:off x="248936" y="3187149"/>
            <a:ext cx="11694127" cy="367085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E6CDFE-129C-2EF2-87CE-6FA3BC0EA546}"/>
              </a:ext>
            </a:extLst>
          </p:cNvPr>
          <p:cNvGraphicFramePr>
            <a:graphicFrameLocks noGrp="1"/>
          </p:cNvGraphicFramePr>
          <p:nvPr/>
        </p:nvGraphicFramePr>
        <p:xfrm>
          <a:off x="92764" y="671687"/>
          <a:ext cx="11850299" cy="26692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4179">
                  <a:extLst>
                    <a:ext uri="{9D8B030D-6E8A-4147-A177-3AD203B41FA5}">
                      <a16:colId xmlns:a16="http://schemas.microsoft.com/office/drawing/2014/main" val="1749888135"/>
                    </a:ext>
                  </a:extLst>
                </a:gridCol>
                <a:gridCol w="3489454">
                  <a:extLst>
                    <a:ext uri="{9D8B030D-6E8A-4147-A177-3AD203B41FA5}">
                      <a16:colId xmlns:a16="http://schemas.microsoft.com/office/drawing/2014/main" val="3994249496"/>
                    </a:ext>
                  </a:extLst>
                </a:gridCol>
                <a:gridCol w="2470475">
                  <a:extLst>
                    <a:ext uri="{9D8B030D-6E8A-4147-A177-3AD203B41FA5}">
                      <a16:colId xmlns:a16="http://schemas.microsoft.com/office/drawing/2014/main" val="2242289904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552081083"/>
                    </a:ext>
                  </a:extLst>
                </a:gridCol>
                <a:gridCol w="1750713">
                  <a:extLst>
                    <a:ext uri="{9D8B030D-6E8A-4147-A177-3AD203B41FA5}">
                      <a16:colId xmlns:a16="http://schemas.microsoft.com/office/drawing/2014/main" val="2160054903"/>
                    </a:ext>
                  </a:extLst>
                </a:gridCol>
              </a:tblGrid>
              <a:tr h="5114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S. No.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Professional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Council Verifier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(Qualification &amp; Registration Detail)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State Government Verifier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(Qualification, Registration Detail&amp; Work detail)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Overall Verified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0827851"/>
                  </a:ext>
                </a:extLst>
              </a:tr>
              <a:tr h="3461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Government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934265"/>
                  </a:ext>
                </a:extLst>
              </a:tr>
              <a:tr h="3461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Private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63802"/>
                  </a:ext>
                </a:extLst>
              </a:tr>
              <a:tr h="6868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Both (Government and Private)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9535135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D0F19B-04F4-A0D7-B687-D4E5B2E85973}"/>
              </a:ext>
            </a:extLst>
          </p:cNvPr>
          <p:cNvSpPr/>
          <p:nvPr/>
        </p:nvSpPr>
        <p:spPr>
          <a:xfrm>
            <a:off x="3061251" y="44960"/>
            <a:ext cx="5539409" cy="60022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New HPR Application Verification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30406131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07DD-EF27-6EB9-FC9A-D89C86B52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0192" y="2766218"/>
            <a:ext cx="6131616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Health Facility Registration</a:t>
            </a:r>
          </a:p>
        </p:txBody>
      </p:sp>
    </p:spTree>
    <p:extLst>
      <p:ext uri="{BB962C8B-B14F-4D97-AF65-F5344CB8AC3E}">
        <p14:creationId xmlns:p14="http://schemas.microsoft.com/office/powerpoint/2010/main" val="35722378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B1933F-A8BB-3143-17A9-AA1B293A5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19" y="523198"/>
            <a:ext cx="11240545" cy="5904106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288E71-A82B-C69E-1658-5636F2E2162B}"/>
              </a:ext>
            </a:extLst>
          </p:cNvPr>
          <p:cNvSpPr txBox="1"/>
          <p:nvPr/>
        </p:nvSpPr>
        <p:spPr>
          <a:xfrm>
            <a:off x="6127897" y="2491708"/>
            <a:ext cx="212533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user will select their </a:t>
            </a:r>
            <a:r>
              <a:rPr lang="en-US" sz="1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role</a:t>
            </a:r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enter the category, sub-category.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FF328E-8E64-51A5-9670-140073192756}"/>
              </a:ext>
            </a:extLst>
          </p:cNvPr>
          <p:cNvCxnSpPr>
            <a:cxnSpLocks/>
          </p:cNvCxnSpPr>
          <p:nvPr/>
        </p:nvCxnSpPr>
        <p:spPr>
          <a:xfrm flipH="1">
            <a:off x="4789380" y="2861040"/>
            <a:ext cx="13385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1A34ED3-BB03-1F4C-3F3D-F0E4D532BE7B}"/>
              </a:ext>
            </a:extLst>
          </p:cNvPr>
          <p:cNvSpPr/>
          <p:nvPr/>
        </p:nvSpPr>
        <p:spPr>
          <a:xfrm>
            <a:off x="627980" y="2345634"/>
            <a:ext cx="4161399" cy="1132207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01C3B-3116-597F-1D7A-FCF0724D5F3C}"/>
              </a:ext>
            </a:extLst>
          </p:cNvPr>
          <p:cNvSpPr txBox="1"/>
          <p:nvPr/>
        </p:nvSpPr>
        <p:spPr>
          <a:xfrm>
            <a:off x="7233213" y="5438271"/>
            <a:ext cx="234009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After entering the password, the user will click on Submit button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6BF26E-F1BC-49C6-3193-D7B07C73B614}"/>
              </a:ext>
            </a:extLst>
          </p:cNvPr>
          <p:cNvSpPr/>
          <p:nvPr/>
        </p:nvSpPr>
        <p:spPr>
          <a:xfrm>
            <a:off x="10361459" y="5464773"/>
            <a:ext cx="1114924" cy="738665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A94157-F4FF-E280-6A13-1B0142850E93}"/>
              </a:ext>
            </a:extLst>
          </p:cNvPr>
          <p:cNvCxnSpPr>
            <a:cxnSpLocks/>
          </p:cNvCxnSpPr>
          <p:nvPr/>
        </p:nvCxnSpPr>
        <p:spPr>
          <a:xfrm>
            <a:off x="9573309" y="5836154"/>
            <a:ext cx="78989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0631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554878-949B-BF2F-58AF-0BB854C80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74" y="1141348"/>
            <a:ext cx="11240852" cy="5391974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0984B4-783B-CD1E-E0E8-D22578534C58}"/>
              </a:ext>
            </a:extLst>
          </p:cNvPr>
          <p:cNvSpPr/>
          <p:nvPr/>
        </p:nvSpPr>
        <p:spPr>
          <a:xfrm>
            <a:off x="3167268" y="4267199"/>
            <a:ext cx="1219201" cy="50358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5A871F-036A-1361-443C-C0164A35FB82}"/>
              </a:ext>
            </a:extLst>
          </p:cNvPr>
          <p:cNvSpPr txBox="1">
            <a:spLocks/>
          </p:cNvSpPr>
          <p:nvPr/>
        </p:nvSpPr>
        <p:spPr>
          <a:xfrm>
            <a:off x="95985" y="169161"/>
            <a:ext cx="11287632" cy="6231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rgbClr val="002060"/>
                </a:solidFill>
              </a:rPr>
              <a:t>Add New Facility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98897-790F-87F7-02C7-AE4F393B1BA4}"/>
              </a:ext>
            </a:extLst>
          </p:cNvPr>
          <p:cNvSpPr txBox="1"/>
          <p:nvPr/>
        </p:nvSpPr>
        <p:spPr>
          <a:xfrm>
            <a:off x="4168192" y="3914528"/>
            <a:ext cx="314321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user can add the New Facility .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0C5D08-EAE2-E5CE-B19C-0E78471838E4}"/>
              </a:ext>
            </a:extLst>
          </p:cNvPr>
          <p:cNvCxnSpPr>
            <a:cxnSpLocks/>
          </p:cNvCxnSpPr>
          <p:nvPr/>
        </p:nvCxnSpPr>
        <p:spPr>
          <a:xfrm>
            <a:off x="3742458" y="4041913"/>
            <a:ext cx="0" cy="1803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AF57B7-9B1E-F919-73DC-AF461F2969CD}"/>
              </a:ext>
            </a:extLst>
          </p:cNvPr>
          <p:cNvCxnSpPr>
            <a:cxnSpLocks/>
          </p:cNvCxnSpPr>
          <p:nvPr/>
        </p:nvCxnSpPr>
        <p:spPr>
          <a:xfrm>
            <a:off x="3742458" y="4046343"/>
            <a:ext cx="42573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4588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24CFCD-4809-5D46-A302-5B54558001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90" t="18267" r="6248"/>
          <a:stretch/>
        </p:blipFill>
        <p:spPr>
          <a:xfrm>
            <a:off x="483705" y="397565"/>
            <a:ext cx="8494648" cy="6319049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814B9599-60A4-A026-0933-9D024C3B9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1493" y="3983475"/>
            <a:ext cx="2839713" cy="2436085"/>
          </a:xfrm>
          <a:prstGeom prst="rect">
            <a:avLst/>
          </a:prstGeom>
          <a:noFill/>
          <a:ln w="9144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739775" marR="0" lvl="0" indent="-285750">
              <a:spcBef>
                <a:spcPts val="0"/>
              </a:spcBef>
              <a:buSzPts val="1050"/>
              <a:buFont typeface="Wingdings" panose="05000000000000000000" pitchFamily="2" charset="2"/>
              <a:buChar char="v"/>
              <a:tabLst>
                <a:tab pos="463550" algn="l"/>
              </a:tabLst>
            </a:pPr>
            <a:endParaRPr lang="en-US" sz="1400" dirty="0">
              <a:solidFill>
                <a:srgbClr val="002060"/>
              </a:solidFill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739775" marR="0" lvl="0" indent="-285750">
              <a:spcBef>
                <a:spcPts val="0"/>
              </a:spcBef>
              <a:buSzPts val="1050"/>
              <a:buFont typeface="Wingdings" panose="05000000000000000000" pitchFamily="2" charset="2"/>
              <a:buChar char="v"/>
              <a:tabLst>
                <a:tab pos="463550" algn="l"/>
              </a:tabLst>
            </a:pPr>
            <a:r>
              <a:rPr lang="en-US" sz="1400" dirty="0">
                <a:solidFill>
                  <a:srgbClr val="002060"/>
                </a:solidFill>
                <a:ea typeface="Wingdings" panose="05000000000000000000" pitchFamily="2" charset="2"/>
                <a:cs typeface="Wingdings" panose="05000000000000000000" pitchFamily="2" charset="2"/>
              </a:rPr>
              <a:t>Enter the </a:t>
            </a:r>
            <a:r>
              <a:rPr lang="en-US" sz="1400" dirty="0" err="1">
                <a:solidFill>
                  <a:srgbClr val="002060"/>
                </a:solidFill>
                <a:ea typeface="Wingdings" panose="05000000000000000000" pitchFamily="2" charset="2"/>
                <a:cs typeface="Wingdings" panose="05000000000000000000" pitchFamily="2" charset="2"/>
              </a:rPr>
              <a:t>Pincode</a:t>
            </a:r>
            <a:r>
              <a:rPr lang="en-US" sz="1400" dirty="0">
                <a:solidFill>
                  <a:srgbClr val="002060"/>
                </a:solidFill>
                <a:ea typeface="Wingdings" panose="05000000000000000000" pitchFamily="2" charset="2"/>
                <a:cs typeface="Wingdings" panose="05000000000000000000" pitchFamily="2" charset="2"/>
              </a:rPr>
              <a:t> and Click on the map icon present on the right side of the Locate your Facility. </a:t>
            </a:r>
          </a:p>
          <a:p>
            <a:pPr marL="739775" marR="0" lvl="0" indent="-285750">
              <a:spcBef>
                <a:spcPts val="0"/>
              </a:spcBef>
              <a:buSzPts val="1050"/>
              <a:buFont typeface="Wingdings" panose="05000000000000000000" pitchFamily="2" charset="2"/>
              <a:buChar char="v"/>
              <a:tabLst>
                <a:tab pos="463550" algn="l"/>
              </a:tabLst>
            </a:pPr>
            <a:r>
              <a:rPr lang="en-US" sz="1400" dirty="0">
                <a:solidFill>
                  <a:srgbClr val="002060"/>
                </a:solidFill>
                <a:ea typeface="Wingdings" panose="05000000000000000000" pitchFamily="2" charset="2"/>
                <a:cs typeface="Wingdings" panose="05000000000000000000" pitchFamily="2" charset="2"/>
              </a:rPr>
              <a:t>The Map would open, where you can search your facility by either entering the name of the Facility or by drag, drop and clicking on the Balloon Icon</a:t>
            </a:r>
            <a:r>
              <a:rPr lang="en-US" sz="1400" dirty="0">
                <a:solidFill>
                  <a:srgbClr val="FF0000"/>
                </a:solidFill>
                <a:ea typeface="Wingdings" panose="05000000000000000000" pitchFamily="2" charset="2"/>
                <a:cs typeface="Wingdings" panose="05000000000000000000" pitchFamily="2" charset="2"/>
              </a:rPr>
              <a:t>.</a:t>
            </a:r>
            <a:endParaRPr lang="en-US" sz="1400" dirty="0">
              <a:solidFill>
                <a:srgbClr val="FF0000"/>
              </a:solidFill>
              <a:effectLst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742950" marR="0" lvl="1" indent="-285750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buSzPts val="1050"/>
              <a:buFont typeface="Wingdings" panose="05000000000000000000" pitchFamily="2" charset="2"/>
              <a:buChar char=""/>
              <a:tabLst>
                <a:tab pos="577850" algn="l"/>
              </a:tabLst>
            </a:pPr>
            <a:endParaRPr lang="en-US" sz="1400" dirty="0">
              <a:effectLst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>
              <a:lnSpc>
                <a:spcPts val="1210"/>
              </a:lnSpc>
              <a:spcBef>
                <a:spcPts val="335"/>
              </a:spcBef>
              <a:buSzPts val="1000"/>
              <a:tabLst>
                <a:tab pos="371475" algn="l"/>
                <a:tab pos="372110" algn="l"/>
              </a:tabLst>
            </a:pPr>
            <a:endParaRPr lang="en-US" sz="1400" dirty="0">
              <a:effectLst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12B4D-524C-C509-38DD-C1001B9468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79" r="26879"/>
          <a:stretch/>
        </p:blipFill>
        <p:spPr>
          <a:xfrm>
            <a:off x="9211983" y="927364"/>
            <a:ext cx="2729943" cy="2537629"/>
          </a:xfrm>
          <a:prstGeom prst="rect">
            <a:avLst/>
          </a:prstGeom>
          <a:ln w="57150" cap="sq">
            <a:solidFill>
              <a:srgbClr val="25FF88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68F289F-BFC0-D37E-0311-13D54926C7EC}"/>
              </a:ext>
            </a:extLst>
          </p:cNvPr>
          <p:cNvSpPr/>
          <p:nvPr/>
        </p:nvSpPr>
        <p:spPr>
          <a:xfrm>
            <a:off x="9211493" y="1039782"/>
            <a:ext cx="1100424" cy="28543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047D4-F474-1196-861A-841F3E0CCC72}"/>
              </a:ext>
            </a:extLst>
          </p:cNvPr>
          <p:cNvSpPr/>
          <p:nvPr/>
        </p:nvSpPr>
        <p:spPr>
          <a:xfrm>
            <a:off x="10311916" y="2054048"/>
            <a:ext cx="543339" cy="49870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3DA92A-F04E-317F-0F4A-7C4EF6E02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575" y="2339961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6CA4948-C529-5B82-924B-1863FF524954}"/>
              </a:ext>
            </a:extLst>
          </p:cNvPr>
          <p:cNvSpPr/>
          <p:nvPr/>
        </p:nvSpPr>
        <p:spPr>
          <a:xfrm>
            <a:off x="5628985" y="3064662"/>
            <a:ext cx="543339" cy="49870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F60DDE-9783-9D09-4FC8-688446900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896" y="3314014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2C2D30-A04B-5AF2-B7A2-F9453362CA97}"/>
              </a:ext>
            </a:extLst>
          </p:cNvPr>
          <p:cNvSpPr/>
          <p:nvPr/>
        </p:nvSpPr>
        <p:spPr>
          <a:xfrm>
            <a:off x="683718" y="1619196"/>
            <a:ext cx="6035133" cy="832455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705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CEE57F-D350-7259-B0C8-387F817E2E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36"/>
          <a:stretch/>
        </p:blipFill>
        <p:spPr>
          <a:xfrm>
            <a:off x="516836" y="463825"/>
            <a:ext cx="11184834" cy="5857462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7E5FE9-ACEA-476B-C387-5B821F3F60D0}"/>
              </a:ext>
            </a:extLst>
          </p:cNvPr>
          <p:cNvSpPr txBox="1"/>
          <p:nvPr/>
        </p:nvSpPr>
        <p:spPr>
          <a:xfrm>
            <a:off x="7423980" y="5702270"/>
            <a:ext cx="19107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on Save and Next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A8DE95-6E1D-2C7A-FD2F-CFF7B74C65CB}"/>
              </a:ext>
            </a:extLst>
          </p:cNvPr>
          <p:cNvSpPr/>
          <p:nvPr/>
        </p:nvSpPr>
        <p:spPr>
          <a:xfrm>
            <a:off x="10137913" y="5605667"/>
            <a:ext cx="1219200" cy="516827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86B448-DBE5-27EA-4703-CE2823ADE4A4}"/>
              </a:ext>
            </a:extLst>
          </p:cNvPr>
          <p:cNvCxnSpPr>
            <a:cxnSpLocks/>
          </p:cNvCxnSpPr>
          <p:nvPr/>
        </p:nvCxnSpPr>
        <p:spPr>
          <a:xfrm>
            <a:off x="9334767" y="5856159"/>
            <a:ext cx="78989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703F523-256B-D703-F1B9-4CA3FE76C5B9}"/>
              </a:ext>
            </a:extLst>
          </p:cNvPr>
          <p:cNvSpPr/>
          <p:nvPr/>
        </p:nvSpPr>
        <p:spPr>
          <a:xfrm>
            <a:off x="657138" y="4746709"/>
            <a:ext cx="2192082" cy="27498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A8CB0A-1E22-DBD9-B191-DA1BE363450B}"/>
              </a:ext>
            </a:extLst>
          </p:cNvPr>
          <p:cNvSpPr/>
          <p:nvPr/>
        </p:nvSpPr>
        <p:spPr>
          <a:xfrm>
            <a:off x="683641" y="3154017"/>
            <a:ext cx="2192082" cy="27498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7478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B1670F-C880-C408-15F1-E4FAFAFE3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75" y="437624"/>
            <a:ext cx="10585173" cy="3763316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5B3DC3-A97A-569D-6A89-2A082E69FB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59" b="-1"/>
          <a:stretch/>
        </p:blipFill>
        <p:spPr>
          <a:xfrm>
            <a:off x="654705" y="4333462"/>
            <a:ext cx="10583543" cy="2286484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2956D1-D917-D15A-7F82-3D428F8947B3}"/>
              </a:ext>
            </a:extLst>
          </p:cNvPr>
          <p:cNvSpPr/>
          <p:nvPr/>
        </p:nvSpPr>
        <p:spPr>
          <a:xfrm>
            <a:off x="781878" y="5882271"/>
            <a:ext cx="6877879" cy="663397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F7B066-19C6-FDE4-5FF0-81485F13B168}"/>
              </a:ext>
            </a:extLst>
          </p:cNvPr>
          <p:cNvSpPr txBox="1"/>
          <p:nvPr/>
        </p:nvSpPr>
        <p:spPr>
          <a:xfrm>
            <a:off x="8573121" y="5952360"/>
            <a:ext cx="140576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These fields are auto filled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A2506F-7398-5EEF-5AFA-A64CCEC2108D}"/>
              </a:ext>
            </a:extLst>
          </p:cNvPr>
          <p:cNvCxnSpPr>
            <a:cxnSpLocks/>
          </p:cNvCxnSpPr>
          <p:nvPr/>
        </p:nvCxnSpPr>
        <p:spPr>
          <a:xfrm flipH="1">
            <a:off x="7659757" y="6213970"/>
            <a:ext cx="92765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5265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02B0FF-B8B3-9D43-A874-A2C5AA8D6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9" y="701052"/>
            <a:ext cx="11463421" cy="5885277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067901-B30C-3356-5E59-3D4B33556863}"/>
              </a:ext>
            </a:extLst>
          </p:cNvPr>
          <p:cNvSpPr/>
          <p:nvPr/>
        </p:nvSpPr>
        <p:spPr>
          <a:xfrm>
            <a:off x="1099931" y="753681"/>
            <a:ext cx="4545496" cy="770320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4EBE6-4721-1C22-FB08-154117C92007}"/>
              </a:ext>
            </a:extLst>
          </p:cNvPr>
          <p:cNvSpPr txBox="1"/>
          <p:nvPr/>
        </p:nvSpPr>
        <p:spPr>
          <a:xfrm>
            <a:off x="10360291" y="164580"/>
            <a:ext cx="1505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Contd</a:t>
            </a:r>
            <a:r>
              <a:rPr lang="en-US" sz="28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39703592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883D4B-8B9A-1C41-CAE4-846D733C2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99" y="233149"/>
            <a:ext cx="11295766" cy="2655825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D611ED-E2DB-1328-AACC-E663F6FB06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00" t="25973" r="5473"/>
          <a:stretch/>
        </p:blipFill>
        <p:spPr>
          <a:xfrm>
            <a:off x="379400" y="3207024"/>
            <a:ext cx="11295766" cy="3233533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567343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433593-7A79-AA75-8EFE-3ED64DC1A7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92"/>
          <a:stretch/>
        </p:blipFill>
        <p:spPr>
          <a:xfrm>
            <a:off x="450574" y="516835"/>
            <a:ext cx="11330609" cy="5950226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B2349D-726A-9D87-A05F-FF4F4109F601}"/>
              </a:ext>
            </a:extLst>
          </p:cNvPr>
          <p:cNvSpPr/>
          <p:nvPr/>
        </p:nvSpPr>
        <p:spPr>
          <a:xfrm>
            <a:off x="7381458" y="3392557"/>
            <a:ext cx="874646" cy="34455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5666E0-2562-477F-19CE-4C60C000D845}"/>
              </a:ext>
            </a:extLst>
          </p:cNvPr>
          <p:cNvSpPr/>
          <p:nvPr/>
        </p:nvSpPr>
        <p:spPr>
          <a:xfrm>
            <a:off x="9508433" y="2676939"/>
            <a:ext cx="788506" cy="41744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0398FB-53E2-C3D3-0828-25742737F671}"/>
              </a:ext>
            </a:extLst>
          </p:cNvPr>
          <p:cNvSpPr/>
          <p:nvPr/>
        </p:nvSpPr>
        <p:spPr>
          <a:xfrm>
            <a:off x="6586329" y="4770783"/>
            <a:ext cx="622853" cy="437321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69DF39-506B-A81A-9D32-EC1782264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441" y="3644349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966809-A179-6B7D-BE29-C9862E3E3662}"/>
              </a:ext>
            </a:extLst>
          </p:cNvPr>
          <p:cNvSpPr txBox="1"/>
          <p:nvPr/>
        </p:nvSpPr>
        <p:spPr>
          <a:xfrm>
            <a:off x="8109298" y="4733160"/>
            <a:ext cx="186958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Enter the details of your Facility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DE937A-5AA4-FCCF-B5DC-2CCF52A7A03E}"/>
              </a:ext>
            </a:extLst>
          </p:cNvPr>
          <p:cNvCxnSpPr>
            <a:cxnSpLocks/>
          </p:cNvCxnSpPr>
          <p:nvPr/>
        </p:nvCxnSpPr>
        <p:spPr>
          <a:xfrm flipH="1">
            <a:off x="7195934" y="4994770"/>
            <a:ext cx="92765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0693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F8E989-5439-26B7-7255-63BDEBEA8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30" y="371061"/>
            <a:ext cx="11273292" cy="60827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7823B0-45F8-670D-A45A-648768A8B934}"/>
              </a:ext>
            </a:extLst>
          </p:cNvPr>
          <p:cNvSpPr/>
          <p:nvPr/>
        </p:nvSpPr>
        <p:spPr>
          <a:xfrm>
            <a:off x="3750364" y="742122"/>
            <a:ext cx="5261114" cy="5459896"/>
          </a:xfrm>
          <a:prstGeom prst="rect">
            <a:avLst/>
          </a:prstGeom>
          <a:noFill/>
          <a:ln w="57150">
            <a:solidFill>
              <a:srgbClr val="25FF8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E3495D-4F8B-1243-B3F1-715F27E521DB}"/>
              </a:ext>
            </a:extLst>
          </p:cNvPr>
          <p:cNvSpPr/>
          <p:nvPr/>
        </p:nvSpPr>
        <p:spPr>
          <a:xfrm>
            <a:off x="8090450" y="5433391"/>
            <a:ext cx="788506" cy="45057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096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392C76-8DBA-F4B3-AC79-34977E5E8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92" y="728345"/>
            <a:ext cx="10958214" cy="5751968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D4E7A2-F7F3-8D44-0BCF-936CED81047C}"/>
              </a:ext>
            </a:extLst>
          </p:cNvPr>
          <p:cNvSpPr/>
          <p:nvPr/>
        </p:nvSpPr>
        <p:spPr>
          <a:xfrm>
            <a:off x="9197008" y="5473148"/>
            <a:ext cx="1736035" cy="656507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595ED-DB4F-9E1C-E4C4-68D21058CA9C}"/>
              </a:ext>
            </a:extLst>
          </p:cNvPr>
          <p:cNvSpPr txBox="1"/>
          <p:nvPr/>
        </p:nvSpPr>
        <p:spPr>
          <a:xfrm>
            <a:off x="6793374" y="5559529"/>
            <a:ext cx="156874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on E-sign and Submit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31194E-5C4F-1A0B-679D-1C5BFBD689F0}"/>
              </a:ext>
            </a:extLst>
          </p:cNvPr>
          <p:cNvCxnSpPr>
            <a:cxnSpLocks/>
          </p:cNvCxnSpPr>
          <p:nvPr/>
        </p:nvCxnSpPr>
        <p:spPr>
          <a:xfrm>
            <a:off x="8362119" y="5811080"/>
            <a:ext cx="8215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51B2EE7-1B3D-E390-F72E-A192CAB81E01}"/>
              </a:ext>
            </a:extLst>
          </p:cNvPr>
          <p:cNvSpPr/>
          <p:nvPr/>
        </p:nvSpPr>
        <p:spPr>
          <a:xfrm>
            <a:off x="1093303" y="3355587"/>
            <a:ext cx="284923" cy="315265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2151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3CAAF-DF59-38E7-D023-DEB4960F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17A8E5-8474-5E0B-234F-FEC2BD55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" y="397565"/>
            <a:ext cx="11748907" cy="6109251"/>
          </a:xfrm>
          <a:prstGeom prst="rect">
            <a:avLst/>
          </a:prstGeom>
          <a:ln w="88900" cap="sq" cmpd="thickThin">
            <a:solidFill>
              <a:schemeClr val="accent2"/>
            </a:solidFill>
            <a:miter lim="8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8881FB-5830-AD54-BBDA-BA1F4F81469F}"/>
              </a:ext>
            </a:extLst>
          </p:cNvPr>
          <p:cNvSpPr/>
          <p:nvPr/>
        </p:nvSpPr>
        <p:spPr>
          <a:xfrm>
            <a:off x="3042443" y="5488537"/>
            <a:ext cx="855408" cy="41295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8FF38-7412-B0C4-68E9-3BD0755714BB}"/>
              </a:ext>
            </a:extLst>
          </p:cNvPr>
          <p:cNvSpPr txBox="1"/>
          <p:nvPr/>
        </p:nvSpPr>
        <p:spPr>
          <a:xfrm>
            <a:off x="643869" y="3760544"/>
            <a:ext cx="156874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 Aadhaar Number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323B0-694D-1C9F-7D7C-368F4B5E6746}"/>
              </a:ext>
            </a:extLst>
          </p:cNvPr>
          <p:cNvSpPr/>
          <p:nvPr/>
        </p:nvSpPr>
        <p:spPr>
          <a:xfrm>
            <a:off x="3042443" y="3737233"/>
            <a:ext cx="3023239" cy="56984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2C710D-64AD-CF1E-44F6-C8CEADCD8362}"/>
              </a:ext>
            </a:extLst>
          </p:cNvPr>
          <p:cNvCxnSpPr>
            <a:cxnSpLocks/>
          </p:cNvCxnSpPr>
          <p:nvPr/>
        </p:nvCxnSpPr>
        <p:spPr>
          <a:xfrm>
            <a:off x="2212614" y="3978964"/>
            <a:ext cx="8298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4A4C1D-88E7-3B20-38B3-5D089B307ED6}"/>
              </a:ext>
            </a:extLst>
          </p:cNvPr>
          <p:cNvCxnSpPr>
            <a:cxnSpLocks/>
          </p:cNvCxnSpPr>
          <p:nvPr/>
        </p:nvCxnSpPr>
        <p:spPr>
          <a:xfrm>
            <a:off x="2119848" y="5714893"/>
            <a:ext cx="8298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6FD033-B5AF-0F4B-9EFF-A50DD0921422}"/>
              </a:ext>
            </a:extLst>
          </p:cNvPr>
          <p:cNvSpPr txBox="1"/>
          <p:nvPr/>
        </p:nvSpPr>
        <p:spPr>
          <a:xfrm>
            <a:off x="774752" y="5433405"/>
            <a:ext cx="129871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on Get OTP Button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871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C953CE-9C15-B2CD-D7EF-2C6E3A5425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6" t="6162" r="3371" b="11672"/>
          <a:stretch/>
        </p:blipFill>
        <p:spPr>
          <a:xfrm>
            <a:off x="390938" y="410818"/>
            <a:ext cx="11323984" cy="6056243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34E209-2613-AF6C-BA95-EB152C34D640}"/>
              </a:ext>
            </a:extLst>
          </p:cNvPr>
          <p:cNvSpPr/>
          <p:nvPr/>
        </p:nvSpPr>
        <p:spPr>
          <a:xfrm>
            <a:off x="2989935" y="5976729"/>
            <a:ext cx="704108" cy="47045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B3AA02-58EE-934A-8355-4168797458AA}"/>
              </a:ext>
            </a:extLst>
          </p:cNvPr>
          <p:cNvSpPr/>
          <p:nvPr/>
        </p:nvSpPr>
        <p:spPr>
          <a:xfrm>
            <a:off x="3029691" y="3581402"/>
            <a:ext cx="3023239" cy="56984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A2112-68E9-A216-9AD6-4FB364977C96}"/>
              </a:ext>
            </a:extLst>
          </p:cNvPr>
          <p:cNvSpPr txBox="1"/>
          <p:nvPr/>
        </p:nvSpPr>
        <p:spPr>
          <a:xfrm>
            <a:off x="599661" y="3457235"/>
            <a:ext cx="156874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 the OTP received on the registered mobile 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E56A06-C849-096B-7E0D-2C96BBA43722}"/>
              </a:ext>
            </a:extLst>
          </p:cNvPr>
          <p:cNvSpPr txBox="1"/>
          <p:nvPr/>
        </p:nvSpPr>
        <p:spPr>
          <a:xfrm>
            <a:off x="861393" y="5902253"/>
            <a:ext cx="129871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on Submit Button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C893DD-E9E1-C1E0-744B-16A89F63027E}"/>
              </a:ext>
            </a:extLst>
          </p:cNvPr>
          <p:cNvCxnSpPr>
            <a:cxnSpLocks/>
          </p:cNvCxnSpPr>
          <p:nvPr/>
        </p:nvCxnSpPr>
        <p:spPr>
          <a:xfrm>
            <a:off x="2168406" y="3836503"/>
            <a:ext cx="8215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A82005-A45C-8F34-71C9-BFE1256C4790}"/>
              </a:ext>
            </a:extLst>
          </p:cNvPr>
          <p:cNvCxnSpPr>
            <a:cxnSpLocks/>
          </p:cNvCxnSpPr>
          <p:nvPr/>
        </p:nvCxnSpPr>
        <p:spPr>
          <a:xfrm>
            <a:off x="2168406" y="6192077"/>
            <a:ext cx="8215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8716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B02F1F-2F40-CD1D-E371-49F4327AC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5" r="3366"/>
          <a:stretch/>
        </p:blipFill>
        <p:spPr>
          <a:xfrm>
            <a:off x="410817" y="848138"/>
            <a:ext cx="11423374" cy="5724939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D801A8-FF23-0AE8-D9B5-C28569064FC8}"/>
              </a:ext>
            </a:extLst>
          </p:cNvPr>
          <p:cNvSpPr txBox="1"/>
          <p:nvPr/>
        </p:nvSpPr>
        <p:spPr>
          <a:xfrm>
            <a:off x="363087" y="225289"/>
            <a:ext cx="9581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PDF generated after the successful submission of the Facility</a:t>
            </a:r>
          </a:p>
        </p:txBody>
      </p:sp>
    </p:spTree>
    <p:extLst>
      <p:ext uri="{BB962C8B-B14F-4D97-AF65-F5344CB8AC3E}">
        <p14:creationId xmlns:p14="http://schemas.microsoft.com/office/powerpoint/2010/main" val="14327455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CF2AFE-E7C3-FB73-2DDD-EA98B1280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731" y="1471007"/>
            <a:ext cx="4866395" cy="4637863"/>
          </a:xfrm>
          <a:prstGeom prst="rect">
            <a:avLst/>
          </a:prstGeom>
          <a:ln w="57150" cap="sq">
            <a:solidFill>
              <a:srgbClr val="25FF88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C2FA43-208E-ADA7-064A-509A2688D70A}"/>
              </a:ext>
            </a:extLst>
          </p:cNvPr>
          <p:cNvSpPr txBox="1"/>
          <p:nvPr/>
        </p:nvSpPr>
        <p:spPr>
          <a:xfrm>
            <a:off x="190810" y="365125"/>
            <a:ext cx="958132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Facility ID </a:t>
            </a:r>
          </a:p>
          <a:p>
            <a:r>
              <a:rPr lang="en-US" sz="24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Is created and Submitted for Verification..</a:t>
            </a:r>
          </a:p>
        </p:txBody>
      </p:sp>
    </p:spTree>
    <p:extLst>
      <p:ext uri="{BB962C8B-B14F-4D97-AF65-F5344CB8AC3E}">
        <p14:creationId xmlns:p14="http://schemas.microsoft.com/office/powerpoint/2010/main" val="21578399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B03D48-A62C-AC71-2167-F8B57B3C0100}"/>
              </a:ext>
            </a:extLst>
          </p:cNvPr>
          <p:cNvSpPr txBox="1"/>
          <p:nvPr/>
        </p:nvSpPr>
        <p:spPr>
          <a:xfrm>
            <a:off x="190810" y="365125"/>
            <a:ext cx="958132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Digital Certificate</a:t>
            </a:r>
          </a:p>
          <a:p>
            <a:r>
              <a:rPr lang="en-US" sz="24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Only For Approved Facility…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D2AF7-AA92-76FD-C0B6-F139FEF0B6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321" r="61055" b="10262"/>
          <a:stretch/>
        </p:blipFill>
        <p:spPr>
          <a:xfrm>
            <a:off x="371061" y="1338469"/>
            <a:ext cx="5134051" cy="4678018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0E21BD-174D-00C1-EB0F-39797AA99361}"/>
              </a:ext>
            </a:extLst>
          </p:cNvPr>
          <p:cNvSpPr/>
          <p:nvPr/>
        </p:nvSpPr>
        <p:spPr>
          <a:xfrm>
            <a:off x="4068416" y="3130034"/>
            <a:ext cx="901149" cy="448053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501FD6-3B48-A6A1-5682-31465BCB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582" y="3433286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34C003-51BB-1160-3376-44C9F1A0F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441" y="115332"/>
            <a:ext cx="5134051" cy="662733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78C731-11B7-6821-C66D-982BE956C787}"/>
              </a:ext>
            </a:extLst>
          </p:cNvPr>
          <p:cNvCxnSpPr>
            <a:cxnSpLocks/>
          </p:cNvCxnSpPr>
          <p:nvPr/>
        </p:nvCxnSpPr>
        <p:spPr>
          <a:xfrm>
            <a:off x="5571372" y="3577226"/>
            <a:ext cx="11303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8864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9314B55A-70A6-0392-6F84-35C2021F2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613" y="3200400"/>
            <a:ext cx="399677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00206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After creation of Facility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B358A-818B-B64D-61B9-6182EBB977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47"/>
          <a:stretch/>
        </p:blipFill>
        <p:spPr>
          <a:xfrm>
            <a:off x="594098" y="1073426"/>
            <a:ext cx="11047069" cy="5512903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67EF1A-FDAF-E7D0-A0CC-8667152917E7}"/>
              </a:ext>
            </a:extLst>
          </p:cNvPr>
          <p:cNvSpPr txBox="1"/>
          <p:nvPr/>
        </p:nvSpPr>
        <p:spPr>
          <a:xfrm>
            <a:off x="190810" y="365125"/>
            <a:ext cx="9581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Software Linkage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1F7274-2508-10E7-C216-41E927FC3C90}"/>
              </a:ext>
            </a:extLst>
          </p:cNvPr>
          <p:cNvSpPr/>
          <p:nvPr/>
        </p:nvSpPr>
        <p:spPr>
          <a:xfrm>
            <a:off x="1681679" y="2809462"/>
            <a:ext cx="3155364" cy="3525078"/>
          </a:xfrm>
          <a:prstGeom prst="rect">
            <a:avLst/>
          </a:prstGeom>
          <a:noFill/>
          <a:ln w="57150">
            <a:solidFill>
              <a:srgbClr val="25FF8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DD687-E15F-D892-05BA-6676517F0F89}"/>
              </a:ext>
            </a:extLst>
          </p:cNvPr>
          <p:cNvSpPr/>
          <p:nvPr/>
        </p:nvSpPr>
        <p:spPr>
          <a:xfrm>
            <a:off x="3430970" y="4830416"/>
            <a:ext cx="1154282" cy="457200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079D6D-06FC-672B-69A9-9E308764F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771" y="5149444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7327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E04CF5-4EB2-47A2-CD59-DA5A5144A1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3" r="5881"/>
          <a:stretch/>
        </p:blipFill>
        <p:spPr>
          <a:xfrm>
            <a:off x="569842" y="201983"/>
            <a:ext cx="10455967" cy="3742310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BF36D0-9E22-96BC-58AA-6369B719F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42" y="4209336"/>
            <a:ext cx="10455968" cy="2559842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ECA002-C2F3-C039-D875-A03395CE8119}"/>
              </a:ext>
            </a:extLst>
          </p:cNvPr>
          <p:cNvSpPr/>
          <p:nvPr/>
        </p:nvSpPr>
        <p:spPr>
          <a:xfrm>
            <a:off x="7366865" y="2869093"/>
            <a:ext cx="3261377" cy="457200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433A6-C2BE-1B70-01FC-18276F2B0EF9}"/>
              </a:ext>
            </a:extLst>
          </p:cNvPr>
          <p:cNvSpPr txBox="1"/>
          <p:nvPr/>
        </p:nvSpPr>
        <p:spPr>
          <a:xfrm>
            <a:off x="7559777" y="1848915"/>
            <a:ext cx="299930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 the Bridge ID provided to your health facility by the HMIS provider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DAA670-0DBD-93B4-854B-F22BED846406}"/>
              </a:ext>
            </a:extLst>
          </p:cNvPr>
          <p:cNvCxnSpPr>
            <a:cxnSpLocks/>
          </p:cNvCxnSpPr>
          <p:nvPr/>
        </p:nvCxnSpPr>
        <p:spPr>
          <a:xfrm>
            <a:off x="9059431" y="2372135"/>
            <a:ext cx="0" cy="5102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EEE7C54-A954-CB4B-C2E3-185F574A9167}"/>
              </a:ext>
            </a:extLst>
          </p:cNvPr>
          <p:cNvSpPr/>
          <p:nvPr/>
        </p:nvSpPr>
        <p:spPr>
          <a:xfrm>
            <a:off x="694396" y="5605667"/>
            <a:ext cx="1478962" cy="457200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8C9DE9-9156-DC93-A371-BB109C7CA014}"/>
              </a:ext>
            </a:extLst>
          </p:cNvPr>
          <p:cNvSpPr/>
          <p:nvPr/>
        </p:nvSpPr>
        <p:spPr>
          <a:xfrm>
            <a:off x="939560" y="3372677"/>
            <a:ext cx="1233797" cy="531859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8906A8-2DC1-AF2D-6D0F-24CD36FC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118" y="3704958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836C41-F908-1667-32AB-C856CA87A8F2}"/>
              </a:ext>
            </a:extLst>
          </p:cNvPr>
          <p:cNvSpPr txBox="1"/>
          <p:nvPr/>
        </p:nvSpPr>
        <p:spPr>
          <a:xfrm>
            <a:off x="7960246" y="5591222"/>
            <a:ext cx="205839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detail would be auto fetched, verify and click on the checkbox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F013D-15BD-EE77-9D82-6E5C43E7EECF}"/>
              </a:ext>
            </a:extLst>
          </p:cNvPr>
          <p:cNvSpPr/>
          <p:nvPr/>
        </p:nvSpPr>
        <p:spPr>
          <a:xfrm>
            <a:off x="707648" y="4450302"/>
            <a:ext cx="10159134" cy="339268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777D9E-6A4C-08C1-5C40-9429EC480D06}"/>
              </a:ext>
            </a:extLst>
          </p:cNvPr>
          <p:cNvCxnSpPr>
            <a:cxnSpLocks/>
          </p:cNvCxnSpPr>
          <p:nvPr/>
        </p:nvCxnSpPr>
        <p:spPr>
          <a:xfrm flipV="1">
            <a:off x="8868021" y="4789570"/>
            <a:ext cx="0" cy="8016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9F15CF2-358F-1716-5908-DE36E38B5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98" y="5927638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4450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2A1C61-5CEA-C4C6-A203-04F2F0CD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24" y="426713"/>
            <a:ext cx="11150437" cy="6080103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A02A2E-F713-15D7-3913-DDB2F00E95C0}"/>
              </a:ext>
            </a:extLst>
          </p:cNvPr>
          <p:cNvSpPr/>
          <p:nvPr/>
        </p:nvSpPr>
        <p:spPr>
          <a:xfrm>
            <a:off x="4829074" y="3560849"/>
            <a:ext cx="882613" cy="653341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24775D-0824-0455-0FA0-C8CCE1907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040" y="3983250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3664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70C20B-7422-ECBA-0B8E-9FA763FBE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099" b="11266"/>
          <a:stretch/>
        </p:blipFill>
        <p:spPr>
          <a:xfrm>
            <a:off x="2150049" y="1119451"/>
            <a:ext cx="9612237" cy="1060493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1484F4-6C64-C3C4-613C-02BB1E3EE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0" y="3233805"/>
            <a:ext cx="5731510" cy="1618615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06112B-BC81-7DB6-5A91-02C1AB994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422" y="3227809"/>
            <a:ext cx="5592410" cy="1623323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C994E3-BD58-7FB8-E433-6DA847BE7A44}"/>
              </a:ext>
            </a:extLst>
          </p:cNvPr>
          <p:cNvSpPr txBox="1"/>
          <p:nvPr/>
        </p:nvSpPr>
        <p:spPr>
          <a:xfrm>
            <a:off x="364490" y="1465031"/>
            <a:ext cx="88186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Step 1 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C17F4-29D4-D21B-4900-3E44CF0CE68C}"/>
              </a:ext>
            </a:extLst>
          </p:cNvPr>
          <p:cNvSpPr txBox="1"/>
          <p:nvPr/>
        </p:nvSpPr>
        <p:spPr>
          <a:xfrm>
            <a:off x="8589378" y="2656531"/>
            <a:ext cx="88186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Step 3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741B6-2FF9-0685-F4A8-0F2DF603733C}"/>
              </a:ext>
            </a:extLst>
          </p:cNvPr>
          <p:cNvSpPr txBox="1"/>
          <p:nvPr/>
        </p:nvSpPr>
        <p:spPr>
          <a:xfrm>
            <a:off x="364490" y="2687874"/>
            <a:ext cx="88186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Step 2 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93E87A-5443-8C81-5704-EDF795B9F055}"/>
              </a:ext>
            </a:extLst>
          </p:cNvPr>
          <p:cNvSpPr/>
          <p:nvPr/>
        </p:nvSpPr>
        <p:spPr>
          <a:xfrm>
            <a:off x="10721010" y="1834362"/>
            <a:ext cx="901143" cy="255849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CF17EB-73B5-1F2A-65F1-E4EFA3E19B08}"/>
              </a:ext>
            </a:extLst>
          </p:cNvPr>
          <p:cNvSpPr/>
          <p:nvPr/>
        </p:nvSpPr>
        <p:spPr>
          <a:xfrm>
            <a:off x="1829311" y="3844096"/>
            <a:ext cx="4173924" cy="536491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E88469-12DB-7C54-42E8-B1B8DA500248}"/>
              </a:ext>
            </a:extLst>
          </p:cNvPr>
          <p:cNvSpPr/>
          <p:nvPr/>
        </p:nvSpPr>
        <p:spPr>
          <a:xfrm>
            <a:off x="8175249" y="4055823"/>
            <a:ext cx="748747" cy="529427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E6689E-DD75-3187-35A0-800AFF05FD91}"/>
              </a:ext>
            </a:extLst>
          </p:cNvPr>
          <p:cNvSpPr txBox="1"/>
          <p:nvPr/>
        </p:nvSpPr>
        <p:spPr>
          <a:xfrm>
            <a:off x="8357038" y="1126225"/>
            <a:ext cx="169140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on manage QR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27D09B-4982-597B-CD1F-7F75F4A50379}"/>
              </a:ext>
            </a:extLst>
          </p:cNvPr>
          <p:cNvSpPr txBox="1"/>
          <p:nvPr/>
        </p:nvSpPr>
        <p:spPr>
          <a:xfrm>
            <a:off x="1402620" y="2621614"/>
            <a:ext cx="469338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Add the counter number/name in the space provided, select category and click on “generate QR”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0E79F8-168B-73DF-05CC-1276CBF220F0}"/>
              </a:ext>
            </a:extLst>
          </p:cNvPr>
          <p:cNvSpPr txBox="1"/>
          <p:nvPr/>
        </p:nvSpPr>
        <p:spPr>
          <a:xfrm>
            <a:off x="190810" y="365125"/>
            <a:ext cx="2912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Generate QR code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D3C7EE-6CB4-C1DB-E853-BE741FBAA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038" y="4434243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A8C8B9-19C0-767D-0E20-9FD69A12E26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3012"/>
          <a:stretch/>
        </p:blipFill>
        <p:spPr>
          <a:xfrm>
            <a:off x="364490" y="5229552"/>
            <a:ext cx="11582341" cy="1584507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80CEFF6-968B-B663-AA89-51BB73F2CF42}"/>
              </a:ext>
            </a:extLst>
          </p:cNvPr>
          <p:cNvSpPr/>
          <p:nvPr/>
        </p:nvSpPr>
        <p:spPr>
          <a:xfrm>
            <a:off x="6749297" y="5738549"/>
            <a:ext cx="923712" cy="808025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22B260-F362-94C9-45A9-F40C8FB3C462}"/>
              </a:ext>
            </a:extLst>
          </p:cNvPr>
          <p:cNvSpPr txBox="1"/>
          <p:nvPr/>
        </p:nvSpPr>
        <p:spPr>
          <a:xfrm>
            <a:off x="8659576" y="5988672"/>
            <a:ext cx="162333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QR code generated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FF070A-2B7C-97E9-0BDC-E452B745E405}"/>
              </a:ext>
            </a:extLst>
          </p:cNvPr>
          <p:cNvCxnSpPr>
            <a:cxnSpLocks/>
          </p:cNvCxnSpPr>
          <p:nvPr/>
        </p:nvCxnSpPr>
        <p:spPr>
          <a:xfrm>
            <a:off x="11153274" y="1244640"/>
            <a:ext cx="0" cy="5102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DCFAE63-1375-6D5D-82E3-7BE5A74EEC9F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7673009" y="6142560"/>
            <a:ext cx="986567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3F0CB4E-2AC9-FF0D-7C20-242DE282EC3C}"/>
              </a:ext>
            </a:extLst>
          </p:cNvPr>
          <p:cNvCxnSpPr/>
          <p:nvPr/>
        </p:nvCxnSpPr>
        <p:spPr>
          <a:xfrm>
            <a:off x="10048442" y="1262826"/>
            <a:ext cx="11048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CB05B6F-7E82-820D-B736-C08634260921}"/>
              </a:ext>
            </a:extLst>
          </p:cNvPr>
          <p:cNvCxnSpPr>
            <a:cxnSpLocks/>
          </p:cNvCxnSpPr>
          <p:nvPr/>
        </p:nvCxnSpPr>
        <p:spPr>
          <a:xfrm flipH="1">
            <a:off x="3218562" y="3144536"/>
            <a:ext cx="11683" cy="6809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8691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9314B55A-70A6-0392-6F84-35C2021F2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613" y="3200400"/>
            <a:ext cx="399677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00206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After creation of Facility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B358A-818B-B64D-61B9-6182EBB977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47"/>
          <a:stretch/>
        </p:blipFill>
        <p:spPr>
          <a:xfrm>
            <a:off x="594098" y="1073426"/>
            <a:ext cx="11047069" cy="5512903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1F7274-2508-10E7-C216-41E927FC3C90}"/>
              </a:ext>
            </a:extLst>
          </p:cNvPr>
          <p:cNvSpPr/>
          <p:nvPr/>
        </p:nvSpPr>
        <p:spPr>
          <a:xfrm>
            <a:off x="1681679" y="2809462"/>
            <a:ext cx="3155364" cy="3525078"/>
          </a:xfrm>
          <a:prstGeom prst="rect">
            <a:avLst/>
          </a:prstGeom>
          <a:noFill/>
          <a:ln w="57150">
            <a:solidFill>
              <a:srgbClr val="25FF8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DD687-E15F-D892-05BA-6676517F0F89}"/>
              </a:ext>
            </a:extLst>
          </p:cNvPr>
          <p:cNvSpPr/>
          <p:nvPr/>
        </p:nvSpPr>
        <p:spPr>
          <a:xfrm>
            <a:off x="1840710" y="4817164"/>
            <a:ext cx="1631360" cy="457200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079D6D-06FC-672B-69A9-9E308764F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050" y="5156067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10A98-0344-9703-6871-E8AFABC6BC3C}"/>
              </a:ext>
            </a:extLst>
          </p:cNvPr>
          <p:cNvSpPr txBox="1"/>
          <p:nvPr/>
        </p:nvSpPr>
        <p:spPr>
          <a:xfrm>
            <a:off x="190810" y="365125"/>
            <a:ext cx="46727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Add Healthcare Professional </a:t>
            </a:r>
          </a:p>
        </p:txBody>
      </p:sp>
    </p:spTree>
    <p:extLst>
      <p:ext uri="{BB962C8B-B14F-4D97-AF65-F5344CB8AC3E}">
        <p14:creationId xmlns:p14="http://schemas.microsoft.com/office/powerpoint/2010/main" val="9489511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B9D299-9F16-4D5D-385D-A4A47CB168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05"/>
          <a:stretch/>
        </p:blipFill>
        <p:spPr>
          <a:xfrm>
            <a:off x="527386" y="615389"/>
            <a:ext cx="10717712" cy="5586628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D8EF93-8C20-CF9C-6864-3A0D393F1D4F}"/>
              </a:ext>
            </a:extLst>
          </p:cNvPr>
          <p:cNvSpPr/>
          <p:nvPr/>
        </p:nvSpPr>
        <p:spPr>
          <a:xfrm>
            <a:off x="8387292" y="3810967"/>
            <a:ext cx="1803630" cy="48838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453A78-BB69-EEA9-B3BE-DFBC1E299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388" y="4162153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8049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909EAC-D69B-6439-073A-DAD1A5E24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59" y="437321"/>
            <a:ext cx="11016493" cy="5910469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8F0BAD-8356-15E5-5811-4C9FCB9A8320}"/>
              </a:ext>
            </a:extLst>
          </p:cNvPr>
          <p:cNvSpPr/>
          <p:nvPr/>
        </p:nvSpPr>
        <p:spPr>
          <a:xfrm>
            <a:off x="1429891" y="2313471"/>
            <a:ext cx="2452996" cy="48838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C6E54-8A9B-7FB6-B91D-292B80120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263" y="3842246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DBC91A-CEED-111B-BCA8-0DA29BF0F238}"/>
              </a:ext>
            </a:extLst>
          </p:cNvPr>
          <p:cNvSpPr/>
          <p:nvPr/>
        </p:nvSpPr>
        <p:spPr>
          <a:xfrm>
            <a:off x="1456394" y="2970425"/>
            <a:ext cx="9529657" cy="48838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A12EB-32D5-2D0E-AC87-143D7C0D2231}"/>
              </a:ext>
            </a:extLst>
          </p:cNvPr>
          <p:cNvSpPr txBox="1"/>
          <p:nvPr/>
        </p:nvSpPr>
        <p:spPr>
          <a:xfrm>
            <a:off x="5392579" y="2249296"/>
            <a:ext cx="469338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User can search professional through Healthcare Professional Id or Name and Mobile number.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C135B7-53A0-AAFA-440B-D87413A7279E}"/>
              </a:ext>
            </a:extLst>
          </p:cNvPr>
          <p:cNvCxnSpPr>
            <a:cxnSpLocks/>
          </p:cNvCxnSpPr>
          <p:nvPr/>
        </p:nvCxnSpPr>
        <p:spPr>
          <a:xfrm>
            <a:off x="9684054" y="2768874"/>
            <a:ext cx="0" cy="4003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D04B49-9AB3-8DCF-3250-E9AF1353C883}"/>
              </a:ext>
            </a:extLst>
          </p:cNvPr>
          <p:cNvCxnSpPr>
            <a:cxnSpLocks/>
          </p:cNvCxnSpPr>
          <p:nvPr/>
        </p:nvCxnSpPr>
        <p:spPr>
          <a:xfrm flipH="1">
            <a:off x="3882887" y="2549388"/>
            <a:ext cx="15096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5B636-9DAE-A164-D2A4-01A9BC939A42}"/>
              </a:ext>
            </a:extLst>
          </p:cNvPr>
          <p:cNvSpPr/>
          <p:nvPr/>
        </p:nvSpPr>
        <p:spPr>
          <a:xfrm>
            <a:off x="1456395" y="5806933"/>
            <a:ext cx="768868" cy="48838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9C7CA6-4DBB-E159-1C31-2063C7DC9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318" y="6149983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4BE2AED-C673-372B-EB39-46114DCC9E78}"/>
              </a:ext>
            </a:extLst>
          </p:cNvPr>
          <p:cNvSpPr/>
          <p:nvPr/>
        </p:nvSpPr>
        <p:spPr>
          <a:xfrm>
            <a:off x="1588917" y="4558736"/>
            <a:ext cx="425415" cy="357821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9242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3FE9B4-7A23-7114-3561-05D035246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91" y="254276"/>
            <a:ext cx="10482470" cy="3840646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B7AAA62-FEBB-9026-6AE9-D32A56C20014}"/>
              </a:ext>
            </a:extLst>
          </p:cNvPr>
          <p:cNvSpPr/>
          <p:nvPr/>
        </p:nvSpPr>
        <p:spPr>
          <a:xfrm>
            <a:off x="4744278" y="1762539"/>
            <a:ext cx="3101009" cy="887896"/>
          </a:xfrm>
          <a:prstGeom prst="rect">
            <a:avLst/>
          </a:prstGeom>
          <a:noFill/>
          <a:ln w="57150">
            <a:solidFill>
              <a:srgbClr val="25FF8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44F4F5-1061-7DF7-585B-8397EE26061F}"/>
              </a:ext>
            </a:extLst>
          </p:cNvPr>
          <p:cNvSpPr/>
          <p:nvPr/>
        </p:nvSpPr>
        <p:spPr>
          <a:xfrm>
            <a:off x="5382207" y="2170044"/>
            <a:ext cx="713793" cy="488384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0CE9FA-007B-9522-9FAE-428432780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503" y="2490044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AF4E7D-B828-775D-0EC4-270C233A84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088" t="48047" r="3208" b="8354"/>
          <a:stretch/>
        </p:blipFill>
        <p:spPr>
          <a:xfrm>
            <a:off x="861391" y="4390611"/>
            <a:ext cx="10482470" cy="2213113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85CDEAE-3369-2832-9201-46C8B3463ED9}"/>
              </a:ext>
            </a:extLst>
          </p:cNvPr>
          <p:cNvSpPr/>
          <p:nvPr/>
        </p:nvSpPr>
        <p:spPr>
          <a:xfrm>
            <a:off x="1140354" y="6294782"/>
            <a:ext cx="9964968" cy="212026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67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9314B55A-70A6-0392-6F84-35C2021F2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613" y="3200400"/>
            <a:ext cx="399677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00206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After creation of Facility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B358A-818B-B64D-61B9-6182EBB977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47"/>
          <a:stretch/>
        </p:blipFill>
        <p:spPr>
          <a:xfrm>
            <a:off x="594098" y="1073426"/>
            <a:ext cx="11047069" cy="5512903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A8DD687-E15F-D892-05BA-6676517F0F89}"/>
              </a:ext>
            </a:extLst>
          </p:cNvPr>
          <p:cNvSpPr/>
          <p:nvPr/>
        </p:nvSpPr>
        <p:spPr>
          <a:xfrm>
            <a:off x="4464640" y="1712844"/>
            <a:ext cx="1392821" cy="457200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079D6D-06FC-672B-69A9-9E308764F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476" y="2001369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10A98-0344-9703-6871-E8AFABC6BC3C}"/>
              </a:ext>
            </a:extLst>
          </p:cNvPr>
          <p:cNvSpPr txBox="1"/>
          <p:nvPr/>
        </p:nvSpPr>
        <p:spPr>
          <a:xfrm>
            <a:off x="190810" y="365125"/>
            <a:ext cx="46727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Transfer The Facility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7C68A-F39D-179C-64B1-3C1FB2EBFE87}"/>
              </a:ext>
            </a:extLst>
          </p:cNvPr>
          <p:cNvSpPr txBox="1"/>
          <p:nvPr/>
        </p:nvSpPr>
        <p:spPr>
          <a:xfrm>
            <a:off x="6719168" y="1847480"/>
            <a:ext cx="226595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to transfer the facility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13891A-87E1-2539-67A8-7DFB59597DEF}"/>
              </a:ext>
            </a:extLst>
          </p:cNvPr>
          <p:cNvCxnSpPr>
            <a:cxnSpLocks/>
          </p:cNvCxnSpPr>
          <p:nvPr/>
        </p:nvCxnSpPr>
        <p:spPr>
          <a:xfrm flipH="1">
            <a:off x="5857461" y="1986963"/>
            <a:ext cx="8617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3285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0FE10-4053-6292-E9C7-10100CCCB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2" y="165612"/>
            <a:ext cx="11189816" cy="6235187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945FC5-8C36-B638-B0ED-957FEAEFE952}"/>
              </a:ext>
            </a:extLst>
          </p:cNvPr>
          <p:cNvSpPr txBox="1"/>
          <p:nvPr/>
        </p:nvSpPr>
        <p:spPr>
          <a:xfrm>
            <a:off x="8905777" y="4229174"/>
            <a:ext cx="2477841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Select the facility to transfer and enter the Healthcare Professional ID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068853-AA14-BBF0-6F81-77B236B32177}"/>
              </a:ext>
            </a:extLst>
          </p:cNvPr>
          <p:cNvSpPr/>
          <p:nvPr/>
        </p:nvSpPr>
        <p:spPr>
          <a:xfrm>
            <a:off x="1456398" y="4295434"/>
            <a:ext cx="6693690" cy="597932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EE75AF-462D-5D19-69C8-4884EFC8CF9E}"/>
              </a:ext>
            </a:extLst>
          </p:cNvPr>
          <p:cNvCxnSpPr>
            <a:cxnSpLocks/>
          </p:cNvCxnSpPr>
          <p:nvPr/>
        </p:nvCxnSpPr>
        <p:spPr>
          <a:xfrm flipH="1">
            <a:off x="8150088" y="4571139"/>
            <a:ext cx="75568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3E266AA-977A-AA16-67BF-53A4EA09D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460" y="5402890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E543F3-29A1-61A3-B252-557915973A5C}"/>
              </a:ext>
            </a:extLst>
          </p:cNvPr>
          <p:cNvSpPr/>
          <p:nvPr/>
        </p:nvSpPr>
        <p:spPr>
          <a:xfrm>
            <a:off x="1496154" y="4967838"/>
            <a:ext cx="1724124" cy="597932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6716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F2231C-AF02-C1B7-1E3F-E955BB549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01" y="165613"/>
            <a:ext cx="11703715" cy="4605170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DB1B953-9211-7DD2-9FD7-0FE1EA2D72BB}"/>
              </a:ext>
            </a:extLst>
          </p:cNvPr>
          <p:cNvSpPr/>
          <p:nvPr/>
        </p:nvSpPr>
        <p:spPr>
          <a:xfrm>
            <a:off x="4333460" y="2014330"/>
            <a:ext cx="4585955" cy="1311966"/>
          </a:xfrm>
          <a:prstGeom prst="rect">
            <a:avLst/>
          </a:prstGeom>
          <a:noFill/>
          <a:ln w="57150">
            <a:solidFill>
              <a:srgbClr val="25FF8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5F96C8-E2D5-BB02-997C-5C23FC7473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23" t="68506"/>
          <a:stretch/>
        </p:blipFill>
        <p:spPr>
          <a:xfrm>
            <a:off x="289501" y="5175013"/>
            <a:ext cx="11703715" cy="1509558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639198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E555BD-B9CC-549B-BD8F-E9CFD3EB9408}"/>
              </a:ext>
            </a:extLst>
          </p:cNvPr>
          <p:cNvSpPr txBox="1"/>
          <p:nvPr/>
        </p:nvSpPr>
        <p:spPr>
          <a:xfrm>
            <a:off x="190810" y="365125"/>
            <a:ext cx="6528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Accept/Reject the facility transfer request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8BCC19-91DA-C5B7-81C8-4E952B758B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03"/>
          <a:stretch/>
        </p:blipFill>
        <p:spPr bwMode="auto">
          <a:xfrm>
            <a:off x="344556" y="1060175"/>
            <a:ext cx="11502888" cy="5432700"/>
          </a:xfrm>
          <a:prstGeom prst="rect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05A8E3-57A8-0ABF-EE51-525ACD524A31}"/>
              </a:ext>
            </a:extLst>
          </p:cNvPr>
          <p:cNvSpPr/>
          <p:nvPr/>
        </p:nvSpPr>
        <p:spPr>
          <a:xfrm>
            <a:off x="3273287" y="3077815"/>
            <a:ext cx="1152940" cy="307777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C03688-430A-281E-4E42-37FE7DA5F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242" y="3260324"/>
            <a:ext cx="464680" cy="48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2D4B5E-6DE3-979F-F52D-8099BB81A0C5}"/>
              </a:ext>
            </a:extLst>
          </p:cNvPr>
          <p:cNvSpPr txBox="1"/>
          <p:nvPr/>
        </p:nvSpPr>
        <p:spPr>
          <a:xfrm>
            <a:off x="5287934" y="3040175"/>
            <a:ext cx="226595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Click to transfer the facility</a:t>
            </a:r>
            <a:endParaRPr lang="en-IN" sz="1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42A2A4-4E1A-D0E5-AA52-91E5B0BF85BB}"/>
              </a:ext>
            </a:extLst>
          </p:cNvPr>
          <p:cNvCxnSpPr>
            <a:cxnSpLocks/>
          </p:cNvCxnSpPr>
          <p:nvPr/>
        </p:nvCxnSpPr>
        <p:spPr>
          <a:xfrm flipH="1">
            <a:off x="4426227" y="3206162"/>
            <a:ext cx="8617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855E222-5228-4AFD-5214-042949A32811}"/>
              </a:ext>
            </a:extLst>
          </p:cNvPr>
          <p:cNvSpPr/>
          <p:nvPr/>
        </p:nvSpPr>
        <p:spPr>
          <a:xfrm>
            <a:off x="8474765" y="4131362"/>
            <a:ext cx="1384852" cy="745438"/>
          </a:xfrm>
          <a:prstGeom prst="rect">
            <a:avLst/>
          </a:prstGeom>
          <a:noFill/>
          <a:ln w="25400">
            <a:solidFill>
              <a:srgbClr val="25FF8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4334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reeform 114"/>
          <p:cNvSpPr/>
          <p:nvPr/>
        </p:nvSpPr>
        <p:spPr>
          <a:xfrm>
            <a:off x="501504" y="898181"/>
            <a:ext cx="10974323" cy="0"/>
          </a:xfrm>
          <a:custGeom>
            <a:avLst/>
            <a:gdLst/>
            <a:ahLst/>
            <a:cxnLst/>
            <a:rect l="0" t="0" r="0" b="0"/>
            <a:pathLst>
              <a:path w="10974323">
                <a:moveTo>
                  <a:pt x="0" y="0"/>
                </a:moveTo>
                <a:lnTo>
                  <a:pt x="10974323" y="0"/>
                </a:lnTo>
              </a:path>
            </a:pathLst>
          </a:custGeom>
          <a:noFill/>
          <a:ln w="19050" cap="flat" cmpd="sng">
            <a:solidFill>
              <a:srgbClr val="FFE6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" name="Rectangle 129"/>
          <p:cNvSpPr/>
          <p:nvPr/>
        </p:nvSpPr>
        <p:spPr>
          <a:xfrm>
            <a:off x="618125" y="444044"/>
            <a:ext cx="10276114" cy="3696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/>
            <a:r>
              <a:rPr lang="en-US" sz="2400" b="1" i="0" spc="0" baseline="0" dirty="0">
                <a:solidFill>
                  <a:srgbClr val="264488"/>
                </a:solidFill>
                <a:latin typeface="EYInterstate Light" panose="02000506000000020004" pitchFamily="2" charset="0"/>
              </a:rPr>
              <a:t>How to create HP ID:</a:t>
            </a:r>
          </a:p>
        </p:txBody>
      </p:sp>
      <p:sp>
        <p:nvSpPr>
          <p:cNvPr id="131" name="Rectangle 131"/>
          <p:cNvSpPr/>
          <p:nvPr/>
        </p:nvSpPr>
        <p:spPr>
          <a:xfrm>
            <a:off x="0" y="-3810"/>
            <a:ext cx="1511632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1800" b="0" i="0" spc="0" baseline="0" dirty="0">
                <a:solidFill>
                  <a:srgbClr val="FFFFFF"/>
                </a:solidFill>
                <a:latin typeface="EYInterstate Light" panose="02000506000000020004" pitchFamily="2" charset="0"/>
              </a:rPr>
              <a:t>12 June 2023</a:t>
            </a:r>
          </a:p>
        </p:txBody>
      </p:sp>
      <p:sp>
        <p:nvSpPr>
          <p:cNvPr id="133" name="Rectangle 133"/>
          <p:cNvSpPr/>
          <p:nvPr/>
        </p:nvSpPr>
        <p:spPr>
          <a:xfrm>
            <a:off x="112699" y="-3810"/>
            <a:ext cx="591509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1800" b="0" i="0" spc="0" baseline="0" dirty="0">
                <a:solidFill>
                  <a:srgbClr val="FFFFFF"/>
                </a:solidFill>
                <a:latin typeface="EYInterstate Light" panose="02000506000000020004" pitchFamily="2" charset="0"/>
              </a:rPr>
              <a:t>age 2</a:t>
            </a:r>
          </a:p>
        </p:txBody>
      </p:sp>
      <p:sp>
        <p:nvSpPr>
          <p:cNvPr id="4" name="Freeform 2325">
            <a:hlinkClick r:id="rId2"/>
            <a:extLst>
              <a:ext uri="{FF2B5EF4-FFF2-40B4-BE49-F238E27FC236}">
                <a16:creationId xmlns:a16="http://schemas.microsoft.com/office/drawing/2014/main" id="{AFCA48CB-7E8B-E296-6443-E2DB2F5B06FB}"/>
              </a:ext>
            </a:extLst>
          </p:cNvPr>
          <p:cNvSpPr/>
          <p:nvPr/>
        </p:nvSpPr>
        <p:spPr>
          <a:xfrm>
            <a:off x="324732" y="1723859"/>
            <a:ext cx="7495378" cy="3871703"/>
          </a:xfrm>
          <a:custGeom>
            <a:avLst/>
            <a:gdLst/>
            <a:ahLst/>
            <a:cxnLst/>
            <a:rect l="0" t="0" r="0" b="0"/>
            <a:pathLst>
              <a:path w="7645400" h="2868865">
                <a:moveTo>
                  <a:pt x="7645400" y="2664053"/>
                </a:moveTo>
                <a:cubicBezTo>
                  <a:pt x="7645400" y="2777184"/>
                  <a:pt x="7553656" y="2868865"/>
                  <a:pt x="7440486" y="2868865"/>
                </a:cubicBezTo>
                <a:lnTo>
                  <a:pt x="204915" y="2868865"/>
                </a:lnTo>
                <a:cubicBezTo>
                  <a:pt x="91745" y="2868865"/>
                  <a:pt x="0" y="2777184"/>
                  <a:pt x="0" y="2664053"/>
                </a:cubicBezTo>
                <a:lnTo>
                  <a:pt x="0" y="204826"/>
                </a:lnTo>
                <a:cubicBezTo>
                  <a:pt x="0" y="91719"/>
                  <a:pt x="91745" y="0"/>
                  <a:pt x="204915" y="0"/>
                </a:cubicBezTo>
                <a:lnTo>
                  <a:pt x="7440486" y="0"/>
                </a:lnTo>
                <a:cubicBezTo>
                  <a:pt x="7553656" y="0"/>
                  <a:pt x="7645400" y="91719"/>
                  <a:pt x="7645400" y="204826"/>
                </a:cubicBezTo>
                <a:close/>
                <a:moveTo>
                  <a:pt x="7645400" y="2664053"/>
                </a:moveTo>
              </a:path>
            </a:pathLst>
          </a:custGeom>
          <a:solidFill>
            <a:srgbClr val="BDE1F9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2492">
            <a:extLst>
              <a:ext uri="{FF2B5EF4-FFF2-40B4-BE49-F238E27FC236}">
                <a16:creationId xmlns:a16="http://schemas.microsoft.com/office/drawing/2014/main" id="{2507F2D2-A9CC-3FA5-58B9-8613F115C493}"/>
              </a:ext>
            </a:extLst>
          </p:cNvPr>
          <p:cNvSpPr/>
          <p:nvPr/>
        </p:nvSpPr>
        <p:spPr>
          <a:xfrm>
            <a:off x="766502" y="2511520"/>
            <a:ext cx="7128944" cy="2057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i="0" spc="0" baseline="0" dirty="0">
                <a:solidFill>
                  <a:srgbClr val="494949"/>
                </a:solidFill>
                <a:latin typeface="EYInterstate Light" panose="02000506000000020004" pitchFamily="2" charset="0"/>
              </a:rPr>
              <a:t>Scan the QR code or </a:t>
            </a:r>
            <a:r>
              <a:rPr lang="en-US" b="1" dirty="0">
                <a:solidFill>
                  <a:srgbClr val="494949"/>
                </a:solidFill>
                <a:latin typeface="EYInterstate Light" panose="02000506000000020004" pitchFamily="2" charset="0"/>
              </a:rPr>
              <a:t>visit </a:t>
            </a:r>
            <a:r>
              <a:rPr lang="en-IN" b="1" dirty="0">
                <a:solidFill>
                  <a:srgbClr val="0070C0"/>
                </a:solidFill>
                <a:latin typeface="EYInterstate Light" panose="02000506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https://nhpr.abdm.gov.in</a:t>
            </a:r>
            <a:r>
              <a:rPr lang="en-IN" b="1" dirty="0">
                <a:solidFill>
                  <a:srgbClr val="494949"/>
                </a:solidFill>
                <a:latin typeface="EYInterstate Light" panose="02000506000000020004" pitchFamily="2" charset="0"/>
              </a:rPr>
              <a:t> </a:t>
            </a:r>
            <a:r>
              <a:rPr lang="en-IN" b="1" dirty="0"/>
              <a:t>t</a:t>
            </a:r>
            <a:r>
              <a:rPr lang="en-US" b="1" i="0" spc="0" baseline="0" dirty="0">
                <a:solidFill>
                  <a:srgbClr val="494949"/>
                </a:solidFill>
                <a:latin typeface="EYInterstate Light" panose="02000506000000020004" pitchFamily="2" charset="0"/>
              </a:rPr>
              <a:t>o apply for HP ID using Aadhaar </a:t>
            </a:r>
          </a:p>
          <a:p>
            <a:pPr marL="0">
              <a:lnSpc>
                <a:spcPts val="3000"/>
              </a:lnSpc>
            </a:pPr>
            <a:r>
              <a:rPr lang="en-US" b="1" i="0" spc="0" baseline="0" dirty="0">
                <a:solidFill>
                  <a:srgbClr val="494949"/>
                </a:solidFill>
                <a:latin typeface="EYInterstate Light" panose="02000506000000020004" pitchFamily="2" charset="0"/>
              </a:rPr>
              <a:t>Fill the registration form using personal, registration and work-related details for Healthcare Professionals</a:t>
            </a:r>
          </a:p>
          <a:p>
            <a:pPr marL="0">
              <a:lnSpc>
                <a:spcPts val="3000"/>
              </a:lnSpc>
            </a:pPr>
            <a:r>
              <a:rPr lang="en-US" b="1" dirty="0">
                <a:solidFill>
                  <a:srgbClr val="494949"/>
                </a:solidFill>
                <a:latin typeface="EYInterstate Light" panose="02000506000000020004" pitchFamily="2" charset="0"/>
              </a:rPr>
              <a:t>Fill the registration form using Facility details for Health Facility</a:t>
            </a:r>
            <a:endParaRPr lang="en-US" b="1" i="0" spc="0" baseline="0" dirty="0">
              <a:solidFill>
                <a:srgbClr val="494949"/>
              </a:solidFill>
              <a:latin typeface="EYInterstate Light" panose="02000506000000020004" pitchFamily="2" charset="0"/>
            </a:endParaRPr>
          </a:p>
          <a:p>
            <a:pPr marL="0">
              <a:lnSpc>
                <a:spcPts val="3000"/>
              </a:lnSpc>
            </a:pPr>
            <a:r>
              <a:rPr lang="en-US" b="1" i="0" spc="0" baseline="0" dirty="0">
                <a:solidFill>
                  <a:srgbClr val="494949"/>
                </a:solidFill>
                <a:latin typeface="EYInterstate Light" panose="02000506000000020004" pitchFamily="2" charset="0"/>
              </a:rPr>
              <a:t>Review and submit the form to for verification</a:t>
            </a:r>
          </a:p>
        </p:txBody>
      </p:sp>
      <p:sp>
        <p:nvSpPr>
          <p:cNvPr id="13" name="Freeform 2328">
            <a:extLst>
              <a:ext uri="{FF2B5EF4-FFF2-40B4-BE49-F238E27FC236}">
                <a16:creationId xmlns:a16="http://schemas.microsoft.com/office/drawing/2014/main" id="{F4252229-AE1E-3B40-26C4-A757DA8737B0}"/>
              </a:ext>
            </a:extLst>
          </p:cNvPr>
          <p:cNvSpPr/>
          <p:nvPr/>
        </p:nvSpPr>
        <p:spPr>
          <a:xfrm>
            <a:off x="462364" y="2557345"/>
            <a:ext cx="220129" cy="220140"/>
          </a:xfrm>
          <a:custGeom>
            <a:avLst/>
            <a:gdLst/>
            <a:ahLst/>
            <a:cxnLst/>
            <a:rect l="0" t="0" r="0" b="0"/>
            <a:pathLst>
              <a:path w="220129" h="220140">
                <a:moveTo>
                  <a:pt x="220129" y="110070"/>
                </a:moveTo>
                <a:cubicBezTo>
                  <a:pt x="220129" y="170852"/>
                  <a:pt x="170853" y="220140"/>
                  <a:pt x="110059" y="220140"/>
                </a:cubicBezTo>
                <a:cubicBezTo>
                  <a:pt x="49276" y="220140"/>
                  <a:pt x="0" y="170852"/>
                  <a:pt x="0" y="110070"/>
                </a:cubicBezTo>
                <a:cubicBezTo>
                  <a:pt x="0" y="49288"/>
                  <a:pt x="49276" y="0"/>
                  <a:pt x="110059" y="0"/>
                </a:cubicBezTo>
                <a:cubicBezTo>
                  <a:pt x="170853" y="0"/>
                  <a:pt x="220129" y="49288"/>
                  <a:pt x="220129" y="110070"/>
                </a:cubicBezTo>
              </a:path>
            </a:pathLst>
          </a:custGeom>
          <a:solidFill>
            <a:srgbClr val="264488">
              <a:alpha val="100000"/>
            </a:srgbClr>
          </a:solidFill>
          <a:ln w="12700" cap="flat" cmpd="sng" algn="ctr">
            <a:noFill/>
            <a:prstDash val="solid"/>
          </a:ln>
          <a:effectLst/>
        </p:spPr>
      </p:sp>
      <p:sp>
        <p:nvSpPr>
          <p:cNvPr id="14" name="Freeform 2329">
            <a:extLst>
              <a:ext uri="{FF2B5EF4-FFF2-40B4-BE49-F238E27FC236}">
                <a16:creationId xmlns:a16="http://schemas.microsoft.com/office/drawing/2014/main" id="{C18C02F6-7F35-ED60-89C5-5F6C0C04A661}"/>
              </a:ext>
            </a:extLst>
          </p:cNvPr>
          <p:cNvSpPr/>
          <p:nvPr/>
        </p:nvSpPr>
        <p:spPr>
          <a:xfrm>
            <a:off x="462364" y="3180890"/>
            <a:ext cx="220129" cy="220140"/>
          </a:xfrm>
          <a:custGeom>
            <a:avLst/>
            <a:gdLst/>
            <a:ahLst/>
            <a:cxnLst/>
            <a:rect l="0" t="0" r="0" b="0"/>
            <a:pathLst>
              <a:path w="220129" h="220140">
                <a:moveTo>
                  <a:pt x="220129" y="110070"/>
                </a:moveTo>
                <a:cubicBezTo>
                  <a:pt x="220129" y="170852"/>
                  <a:pt x="170853" y="220140"/>
                  <a:pt x="110059" y="220140"/>
                </a:cubicBezTo>
                <a:cubicBezTo>
                  <a:pt x="49276" y="220140"/>
                  <a:pt x="0" y="170852"/>
                  <a:pt x="0" y="110070"/>
                </a:cubicBezTo>
                <a:cubicBezTo>
                  <a:pt x="0" y="49288"/>
                  <a:pt x="49276" y="0"/>
                  <a:pt x="110059" y="0"/>
                </a:cubicBezTo>
                <a:cubicBezTo>
                  <a:pt x="170853" y="0"/>
                  <a:pt x="220129" y="49288"/>
                  <a:pt x="220129" y="110070"/>
                </a:cubicBezTo>
              </a:path>
            </a:pathLst>
          </a:custGeom>
          <a:solidFill>
            <a:srgbClr val="264488">
              <a:alpha val="100000"/>
            </a:srgbClr>
          </a:solidFill>
          <a:ln w="12700" cap="flat" cmpd="sng" algn="ctr">
            <a:noFill/>
            <a:prstDash val="solid"/>
          </a:ln>
          <a:effectLst/>
        </p:spPr>
      </p:sp>
      <p:sp>
        <p:nvSpPr>
          <p:cNvPr id="15" name="Freeform 2330">
            <a:extLst>
              <a:ext uri="{FF2B5EF4-FFF2-40B4-BE49-F238E27FC236}">
                <a16:creationId xmlns:a16="http://schemas.microsoft.com/office/drawing/2014/main" id="{90994B67-E228-5F65-305C-5DC47C41708D}"/>
              </a:ext>
            </a:extLst>
          </p:cNvPr>
          <p:cNvSpPr/>
          <p:nvPr/>
        </p:nvSpPr>
        <p:spPr>
          <a:xfrm>
            <a:off x="462364" y="3920811"/>
            <a:ext cx="220129" cy="220140"/>
          </a:xfrm>
          <a:custGeom>
            <a:avLst/>
            <a:gdLst/>
            <a:ahLst/>
            <a:cxnLst/>
            <a:rect l="0" t="0" r="0" b="0"/>
            <a:pathLst>
              <a:path w="220129" h="220140">
                <a:moveTo>
                  <a:pt x="220129" y="110070"/>
                </a:moveTo>
                <a:cubicBezTo>
                  <a:pt x="220129" y="170852"/>
                  <a:pt x="170853" y="220140"/>
                  <a:pt x="110059" y="220140"/>
                </a:cubicBezTo>
                <a:cubicBezTo>
                  <a:pt x="49276" y="220140"/>
                  <a:pt x="0" y="170852"/>
                  <a:pt x="0" y="110070"/>
                </a:cubicBezTo>
                <a:cubicBezTo>
                  <a:pt x="0" y="49288"/>
                  <a:pt x="49276" y="0"/>
                  <a:pt x="110059" y="0"/>
                </a:cubicBezTo>
                <a:cubicBezTo>
                  <a:pt x="170853" y="0"/>
                  <a:pt x="220129" y="49288"/>
                  <a:pt x="220129" y="110070"/>
                </a:cubicBezTo>
              </a:path>
            </a:pathLst>
          </a:custGeom>
          <a:solidFill>
            <a:srgbClr val="264488">
              <a:alpha val="100000"/>
            </a:srgbClr>
          </a:solidFill>
          <a:ln w="12700" cap="flat" cmpd="sng" algn="ctr">
            <a:noFill/>
            <a:prstDash val="solid"/>
          </a:ln>
          <a:effectLst/>
        </p:spPr>
      </p:sp>
      <p:sp>
        <p:nvSpPr>
          <p:cNvPr id="16" name="Rectangle 2493">
            <a:extLst>
              <a:ext uri="{FF2B5EF4-FFF2-40B4-BE49-F238E27FC236}">
                <a16:creationId xmlns:a16="http://schemas.microsoft.com/office/drawing/2014/main" id="{B860978E-EF1D-1B63-897D-ADDA27553769}"/>
              </a:ext>
            </a:extLst>
          </p:cNvPr>
          <p:cNvSpPr/>
          <p:nvPr/>
        </p:nvSpPr>
        <p:spPr>
          <a:xfrm>
            <a:off x="529071" y="2595029"/>
            <a:ext cx="89768" cy="172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124" b="1" kern="0" dirty="0">
                <a:solidFill>
                  <a:srgbClr val="FFFFFF"/>
                </a:solidFill>
                <a:latin typeface="EYInterstate Light" panose="02000506000000020004" pitchFamily="2" charset="0"/>
              </a:rPr>
              <a:t>1</a:t>
            </a:r>
          </a:p>
        </p:txBody>
      </p:sp>
      <p:sp>
        <p:nvSpPr>
          <p:cNvPr id="17" name="Rectangle 2494">
            <a:extLst>
              <a:ext uri="{FF2B5EF4-FFF2-40B4-BE49-F238E27FC236}">
                <a16:creationId xmlns:a16="http://schemas.microsoft.com/office/drawing/2014/main" id="{8A212459-3ABA-A7A4-ABCD-46627AF1484E}"/>
              </a:ext>
            </a:extLst>
          </p:cNvPr>
          <p:cNvSpPr/>
          <p:nvPr/>
        </p:nvSpPr>
        <p:spPr>
          <a:xfrm>
            <a:off x="528357" y="3211388"/>
            <a:ext cx="89768" cy="172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124" b="1" kern="0" dirty="0">
                <a:solidFill>
                  <a:srgbClr val="FFFFFF"/>
                </a:solidFill>
                <a:latin typeface="EYInterstate Light" panose="02000506000000020004" pitchFamily="2" charset="0"/>
              </a:rPr>
              <a:t>2</a:t>
            </a:r>
          </a:p>
        </p:txBody>
      </p:sp>
      <p:sp>
        <p:nvSpPr>
          <p:cNvPr id="18" name="Rectangle 2495">
            <a:extLst>
              <a:ext uri="{FF2B5EF4-FFF2-40B4-BE49-F238E27FC236}">
                <a16:creationId xmlns:a16="http://schemas.microsoft.com/office/drawing/2014/main" id="{7CB46ECC-8730-446E-358B-A2DBBFB9B4C4}"/>
              </a:ext>
            </a:extLst>
          </p:cNvPr>
          <p:cNvSpPr/>
          <p:nvPr/>
        </p:nvSpPr>
        <p:spPr>
          <a:xfrm>
            <a:off x="533927" y="3957185"/>
            <a:ext cx="128240" cy="172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124" b="1" kern="0" dirty="0">
                <a:solidFill>
                  <a:srgbClr val="FFFFFF"/>
                </a:solidFill>
                <a:latin typeface="EYInterstate Light" panose="02000506000000020004" pitchFamily="2" charset="0"/>
              </a:rPr>
              <a:t>3 </a:t>
            </a:r>
          </a:p>
        </p:txBody>
      </p:sp>
      <p:sp>
        <p:nvSpPr>
          <p:cNvPr id="26" name="Freeform 2260">
            <a:extLst>
              <a:ext uri="{FF2B5EF4-FFF2-40B4-BE49-F238E27FC236}">
                <a16:creationId xmlns:a16="http://schemas.microsoft.com/office/drawing/2014/main" id="{86422677-C49F-CE42-4CF5-7E3DD995F091}"/>
              </a:ext>
            </a:extLst>
          </p:cNvPr>
          <p:cNvSpPr/>
          <p:nvPr/>
        </p:nvSpPr>
        <p:spPr>
          <a:xfrm>
            <a:off x="11247592" y="2718277"/>
            <a:ext cx="274789" cy="257924"/>
          </a:xfrm>
          <a:custGeom>
            <a:avLst/>
            <a:gdLst/>
            <a:ahLst/>
            <a:cxnLst/>
            <a:rect l="0" t="0" r="0" b="0"/>
            <a:pathLst>
              <a:path w="274789" h="257924">
                <a:moveTo>
                  <a:pt x="0" y="0"/>
                </a:moveTo>
                <a:lnTo>
                  <a:pt x="274700" y="0"/>
                </a:lnTo>
                <a:lnTo>
                  <a:pt x="274789" y="257924"/>
                </a:lnTo>
              </a:path>
            </a:pathLst>
          </a:custGeom>
          <a:noFill/>
          <a:ln w="25400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Freeform 2262">
            <a:extLst>
              <a:ext uri="{FF2B5EF4-FFF2-40B4-BE49-F238E27FC236}">
                <a16:creationId xmlns:a16="http://schemas.microsoft.com/office/drawing/2014/main" id="{78488229-9B02-8308-1F48-784C4DA44A43}"/>
              </a:ext>
            </a:extLst>
          </p:cNvPr>
          <p:cNvSpPr/>
          <p:nvPr/>
        </p:nvSpPr>
        <p:spPr>
          <a:xfrm>
            <a:off x="8821465" y="2718277"/>
            <a:ext cx="274789" cy="257924"/>
          </a:xfrm>
          <a:custGeom>
            <a:avLst/>
            <a:gdLst/>
            <a:ahLst/>
            <a:cxnLst/>
            <a:rect l="0" t="0" r="0" b="0"/>
            <a:pathLst>
              <a:path w="274789" h="257924">
                <a:moveTo>
                  <a:pt x="274789" y="0"/>
                </a:moveTo>
                <a:lnTo>
                  <a:pt x="63" y="0"/>
                </a:lnTo>
                <a:lnTo>
                  <a:pt x="0" y="257924"/>
                </a:lnTo>
              </a:path>
            </a:pathLst>
          </a:custGeom>
          <a:noFill/>
          <a:ln w="25400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ectangle 2286">
            <a:extLst>
              <a:ext uri="{FF2B5EF4-FFF2-40B4-BE49-F238E27FC236}">
                <a16:creationId xmlns:a16="http://schemas.microsoft.com/office/drawing/2014/main" id="{4707298C-72D9-AF19-B6FB-795C91EC83EE}"/>
              </a:ext>
            </a:extLst>
          </p:cNvPr>
          <p:cNvSpPr/>
          <p:nvPr/>
        </p:nvSpPr>
        <p:spPr>
          <a:xfrm>
            <a:off x="8222576" y="1770836"/>
            <a:ext cx="417436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/>
            <a:r>
              <a:rPr lang="en-US" sz="2000" b="0" i="0" spc="0" baseline="0" dirty="0">
                <a:solidFill>
                  <a:srgbClr val="264488"/>
                </a:solidFill>
                <a:latin typeface="EYInterstate Light" panose="02000506000000020004" pitchFamily="2" charset="0"/>
              </a:rPr>
              <a:t>Scan the QR code to create HPR</a:t>
            </a:r>
          </a:p>
        </p:txBody>
      </p:sp>
      <p:sp>
        <p:nvSpPr>
          <p:cNvPr id="31" name="Freeform 3356">
            <a:extLst>
              <a:ext uri="{FF2B5EF4-FFF2-40B4-BE49-F238E27FC236}">
                <a16:creationId xmlns:a16="http://schemas.microsoft.com/office/drawing/2014/main" id="{5EC171D0-CAA6-4EAD-3F74-03D3FB6ED64B}"/>
              </a:ext>
            </a:extLst>
          </p:cNvPr>
          <p:cNvSpPr/>
          <p:nvPr/>
        </p:nvSpPr>
        <p:spPr>
          <a:xfrm>
            <a:off x="8163410" y="2287306"/>
            <a:ext cx="3666936" cy="3568521"/>
          </a:xfrm>
          <a:custGeom>
            <a:avLst/>
            <a:gdLst/>
            <a:ahLst/>
            <a:cxnLst/>
            <a:rect l="0" t="0" r="0" b="0"/>
            <a:pathLst>
              <a:path w="958291" h="958290">
                <a:moveTo>
                  <a:pt x="958291" y="479145"/>
                </a:moveTo>
                <a:cubicBezTo>
                  <a:pt x="958291" y="743774"/>
                  <a:pt x="743776" y="958290"/>
                  <a:pt x="479146" y="958290"/>
                </a:cubicBezTo>
                <a:cubicBezTo>
                  <a:pt x="214516" y="958290"/>
                  <a:pt x="0" y="743774"/>
                  <a:pt x="0" y="479145"/>
                </a:cubicBezTo>
                <a:cubicBezTo>
                  <a:pt x="0" y="214516"/>
                  <a:pt x="214516" y="0"/>
                  <a:pt x="479146" y="0"/>
                </a:cubicBezTo>
                <a:cubicBezTo>
                  <a:pt x="743776" y="0"/>
                  <a:pt x="958291" y="214516"/>
                  <a:pt x="958291" y="479145"/>
                </a:cubicBezTo>
              </a:path>
            </a:pathLst>
          </a:custGeom>
          <a:solidFill>
            <a:srgbClr val="264488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" name="Picture 1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5B5B45A5-9BA2-3971-BF56-CA8792FFD0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130" y="2751402"/>
            <a:ext cx="2600636" cy="2584561"/>
          </a:xfrm>
          <a:prstGeom prst="rect">
            <a:avLst/>
          </a:prstGeom>
        </p:spPr>
      </p:pic>
      <p:sp>
        <p:nvSpPr>
          <p:cNvPr id="3" name="Freeform 2329">
            <a:extLst>
              <a:ext uri="{FF2B5EF4-FFF2-40B4-BE49-F238E27FC236}">
                <a16:creationId xmlns:a16="http://schemas.microsoft.com/office/drawing/2014/main" id="{7B1AF343-8453-1657-C7CB-1BF7B75632C4}"/>
              </a:ext>
            </a:extLst>
          </p:cNvPr>
          <p:cNvSpPr/>
          <p:nvPr/>
        </p:nvSpPr>
        <p:spPr>
          <a:xfrm>
            <a:off x="468913" y="4344498"/>
            <a:ext cx="220129" cy="220140"/>
          </a:xfrm>
          <a:custGeom>
            <a:avLst/>
            <a:gdLst/>
            <a:ahLst/>
            <a:cxnLst/>
            <a:rect l="0" t="0" r="0" b="0"/>
            <a:pathLst>
              <a:path w="220129" h="220140">
                <a:moveTo>
                  <a:pt x="220129" y="110070"/>
                </a:moveTo>
                <a:cubicBezTo>
                  <a:pt x="220129" y="170852"/>
                  <a:pt x="170853" y="220140"/>
                  <a:pt x="110059" y="220140"/>
                </a:cubicBezTo>
                <a:cubicBezTo>
                  <a:pt x="49276" y="220140"/>
                  <a:pt x="0" y="170852"/>
                  <a:pt x="0" y="110070"/>
                </a:cubicBezTo>
                <a:cubicBezTo>
                  <a:pt x="0" y="49288"/>
                  <a:pt x="49276" y="0"/>
                  <a:pt x="110059" y="0"/>
                </a:cubicBezTo>
                <a:cubicBezTo>
                  <a:pt x="170853" y="0"/>
                  <a:pt x="220129" y="49288"/>
                  <a:pt x="220129" y="110070"/>
                </a:cubicBezTo>
              </a:path>
            </a:pathLst>
          </a:custGeom>
          <a:solidFill>
            <a:srgbClr val="264488">
              <a:alpha val="100000"/>
            </a:srgbClr>
          </a:solidFill>
          <a:ln w="12700" cap="flat" cmpd="sng" algn="ctr">
            <a:noFill/>
            <a:prstDash val="solid"/>
          </a:ln>
          <a:effectLst/>
        </p:spPr>
        <p:txBody>
          <a:bodyPr/>
          <a:lstStyle/>
          <a:p>
            <a:r>
              <a:rPr lang="en-US" sz="1120" dirty="0">
                <a:solidFill>
                  <a:schemeClr val="bg1"/>
                </a:solidFill>
              </a:rPr>
              <a:t>  4</a:t>
            </a:r>
          </a:p>
        </p:txBody>
      </p:sp>
    </p:spTree>
    <p:extLst>
      <p:ext uri="{BB962C8B-B14F-4D97-AF65-F5344CB8AC3E}">
        <p14:creationId xmlns:p14="http://schemas.microsoft.com/office/powerpoint/2010/main" val="34653117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86F5-45C6-9252-4D09-2C8E21240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048" y="2766218"/>
            <a:ext cx="2845904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39325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1376</TotalTime>
  <Words>1349</Words>
  <Application>Microsoft Office PowerPoint</Application>
  <PresentationFormat>Widescreen</PresentationFormat>
  <Paragraphs>216</Paragraphs>
  <Slides>77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7" baseType="lpstr">
      <vt:lpstr>Arial</vt:lpstr>
      <vt:lpstr>Calibri</vt:lpstr>
      <vt:lpstr>Calibri Light</vt:lpstr>
      <vt:lpstr>Cambria</vt:lpstr>
      <vt:lpstr>EYInterstate Light</vt:lpstr>
      <vt:lpstr>Open Sans</vt:lpstr>
      <vt:lpstr>Rajdhani SemiBold</vt:lpstr>
      <vt:lpstr>Roboto</vt:lpstr>
      <vt:lpstr>Wingdings</vt:lpstr>
      <vt:lpstr>Office Theme</vt:lpstr>
      <vt:lpstr>PowerPoint Presentation</vt:lpstr>
      <vt:lpstr>ABDM - Registries</vt:lpstr>
      <vt:lpstr>PowerPoint Presentation</vt:lpstr>
      <vt:lpstr>NHPR Platform for?</vt:lpstr>
      <vt:lpstr>Why NHPR</vt:lpstr>
      <vt:lpstr>PowerPoint Presentation</vt:lpstr>
      <vt:lpstr>                     National Healthcare Provider Registry  Merging of HPR &amp; HFR into single Portal named as “National Healthcare Provider Registry”  Roles:- a. Healthcare Professional b. Facility Manager /Administrator  c. Healthcare Professional &amp; Facility Manager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Healthcare Professional Registration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Healthcare Workforce Mobility–  (Professionals can participate in Healthcare Workforce Mobility Portal)</vt:lpstr>
      <vt:lpstr>Medical Certificate –  (Modern Medicine Doctor can provide medical certificate)</vt:lpstr>
      <vt:lpstr>Medical Certificate (Contd..)</vt:lpstr>
      <vt:lpstr>PowerPoint Presentation</vt:lpstr>
      <vt:lpstr>Generate &amp; E-sign Medical Certificate</vt:lpstr>
      <vt:lpstr>PowerPoint Presentation</vt:lpstr>
      <vt:lpstr>Download Digital Certificate</vt:lpstr>
      <vt:lpstr>Edit Profile</vt:lpstr>
      <vt:lpstr>Edit Profile (Contd..) –  Professional can change the mobile number, Email id &amp; Role</vt:lpstr>
      <vt:lpstr>Change Password   Professional can change the password via Old Password/ Aadhaar OTP / Mobile OTP</vt:lpstr>
      <vt:lpstr>PowerPoint Presentation</vt:lpstr>
      <vt:lpstr>PowerPoint Presentation</vt:lpstr>
      <vt:lpstr>PowerPoint Presentation</vt:lpstr>
      <vt:lpstr>Health Facility Registration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Deepali Kausshik</dc:creator>
  <cp:lastModifiedBy>Koli, Kritika EX1</cp:lastModifiedBy>
  <cp:revision>58</cp:revision>
  <dcterms:created xsi:type="dcterms:W3CDTF">2024-02-29T07:16:51Z</dcterms:created>
  <dcterms:modified xsi:type="dcterms:W3CDTF">2024-04-02T05:32:47Z</dcterms:modified>
</cp:coreProperties>
</file>